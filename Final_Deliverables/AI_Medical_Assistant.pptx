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49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5.svg"/><Relationship Id="rId4" Type="http://schemas.openxmlformats.org/officeDocument/2006/relationships/image" Target="../media/image13.svg"/><Relationship Id="rId9" Type="http://schemas.openxmlformats.org/officeDocument/2006/relationships/image" Target="../media/image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1.svg"/><Relationship Id="rId9" Type="http://schemas.openxmlformats.org/officeDocument/2006/relationships/image" Target="../media/image40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7.sv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5.svg"/><Relationship Id="rId4" Type="http://schemas.openxmlformats.org/officeDocument/2006/relationships/image" Target="../media/image13.svg"/><Relationship Id="rId9" Type="http://schemas.openxmlformats.org/officeDocument/2006/relationships/image" Target="../media/image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3.svg"/><Relationship Id="rId4" Type="http://schemas.openxmlformats.org/officeDocument/2006/relationships/image" Target="../media/image19.svg"/><Relationship Id="rId9" Type="http://schemas.openxmlformats.org/officeDocument/2006/relationships/image" Target="../media/image2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1.svg"/><Relationship Id="rId9" Type="http://schemas.openxmlformats.org/officeDocument/2006/relationships/image" Target="../media/image40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7.sv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3A4735-9E82-4B71-80A7-649B843F06D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A77011-5540-4D82-8562-22AE206B2E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Medical Assistant is an intelligent healthcare web application</a:t>
          </a:r>
        </a:p>
      </dgm:t>
    </dgm:pt>
    <dgm:pt modelId="{E197693F-8800-40B3-A0EB-53F61EE46D98}" type="parTrans" cxnId="{1DEB4FB4-B223-473B-9161-B965B42D04D3}">
      <dgm:prSet/>
      <dgm:spPr/>
      <dgm:t>
        <a:bodyPr/>
        <a:lstStyle/>
        <a:p>
          <a:endParaRPr lang="en-US"/>
        </a:p>
      </dgm:t>
    </dgm:pt>
    <dgm:pt modelId="{E47605AC-F631-4356-9BDD-42F441DE15D8}" type="sibTrans" cxnId="{1DEB4FB4-B223-473B-9161-B965B42D04D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0DC33D-FE8F-4328-B113-0945203D2B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leverages AI to assist doctors, patients, and healthcare staff</a:t>
          </a:r>
        </a:p>
      </dgm:t>
    </dgm:pt>
    <dgm:pt modelId="{5AFE3D3E-53F2-4E90-901B-2A25F9FFCA71}" type="parTrans" cxnId="{8E522CE4-BCE8-45D3-95A7-513798AA90EB}">
      <dgm:prSet/>
      <dgm:spPr/>
      <dgm:t>
        <a:bodyPr/>
        <a:lstStyle/>
        <a:p>
          <a:endParaRPr lang="en-US"/>
        </a:p>
      </dgm:t>
    </dgm:pt>
    <dgm:pt modelId="{B17C0720-7212-4626-846E-225A67912AC7}" type="sibTrans" cxnId="{8E522CE4-BCE8-45D3-95A7-513798AA90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B9C5643-C373-4584-A939-5AE19AA5CC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Facilitates patient interaction, health data management, and symptom guidance</a:t>
          </a:r>
        </a:p>
      </dgm:t>
    </dgm:pt>
    <dgm:pt modelId="{051E89EF-42AA-4EBB-AE5C-BAFD7F451473}" type="parTrans" cxnId="{2C2FB484-B096-421C-BC1F-B6A574668A4E}">
      <dgm:prSet/>
      <dgm:spPr/>
      <dgm:t>
        <a:bodyPr/>
        <a:lstStyle/>
        <a:p>
          <a:endParaRPr lang="en-US"/>
        </a:p>
      </dgm:t>
    </dgm:pt>
    <dgm:pt modelId="{7A7E802A-DF40-48DF-A689-06903AC5B283}" type="sibTrans" cxnId="{2C2FB484-B096-421C-BC1F-B6A574668A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56D8FA-D55C-4E4C-9FDA-0DF115333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Combines modern web technologies with machine learning</a:t>
          </a:r>
        </a:p>
      </dgm:t>
    </dgm:pt>
    <dgm:pt modelId="{70C36759-42FD-421B-AC19-F992A766E4DE}" type="parTrans" cxnId="{786B8EEA-4C57-41C9-9877-7BB19AAF9DBF}">
      <dgm:prSet/>
      <dgm:spPr/>
      <dgm:t>
        <a:bodyPr/>
        <a:lstStyle/>
        <a:p>
          <a:endParaRPr lang="en-US"/>
        </a:p>
      </dgm:t>
    </dgm:pt>
    <dgm:pt modelId="{FA1CACB8-347C-4DD2-A5C0-C46D1A9F97AA}" type="sibTrans" cxnId="{786B8EEA-4C57-41C9-9877-7BB19AAF9D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699EAF-BC96-4605-840C-224262B2D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Aims to improve accessibility, accuracy, and efficiency in medical services</a:t>
          </a:r>
        </a:p>
      </dgm:t>
    </dgm:pt>
    <dgm:pt modelId="{B18A3F77-38ED-484E-BEBF-EED9D589B9A5}" type="parTrans" cxnId="{0012065B-E695-4B93-BA4A-DF2728D56594}">
      <dgm:prSet/>
      <dgm:spPr/>
      <dgm:t>
        <a:bodyPr/>
        <a:lstStyle/>
        <a:p>
          <a:endParaRPr lang="en-US"/>
        </a:p>
      </dgm:t>
    </dgm:pt>
    <dgm:pt modelId="{1D7FDC58-CC6D-453B-A2FB-8160F92410C8}" type="sibTrans" cxnId="{0012065B-E695-4B93-BA4A-DF2728D56594}">
      <dgm:prSet/>
      <dgm:spPr/>
      <dgm:t>
        <a:bodyPr/>
        <a:lstStyle/>
        <a:p>
          <a:endParaRPr lang="en-US"/>
        </a:p>
      </dgm:t>
    </dgm:pt>
    <dgm:pt modelId="{30F86BD4-669D-4DC1-A974-29AA38313331}" type="pres">
      <dgm:prSet presAssocID="{593A4735-9E82-4B71-80A7-649B843F06D1}" presName="root" presStyleCnt="0">
        <dgm:presLayoutVars>
          <dgm:dir/>
          <dgm:resizeHandles val="exact"/>
        </dgm:presLayoutVars>
      </dgm:prSet>
      <dgm:spPr/>
    </dgm:pt>
    <dgm:pt modelId="{10FF8974-B832-4A69-9A57-61BD42F8A164}" type="pres">
      <dgm:prSet presAssocID="{593A4735-9E82-4B71-80A7-649B843F06D1}" presName="container" presStyleCnt="0">
        <dgm:presLayoutVars>
          <dgm:dir/>
          <dgm:resizeHandles val="exact"/>
        </dgm:presLayoutVars>
      </dgm:prSet>
      <dgm:spPr/>
    </dgm:pt>
    <dgm:pt modelId="{4B97AE3D-8DF3-47F7-A8DF-6C89B4118E84}" type="pres">
      <dgm:prSet presAssocID="{BBA77011-5540-4D82-8562-22AE206B2ED2}" presName="compNode" presStyleCnt="0"/>
      <dgm:spPr/>
    </dgm:pt>
    <dgm:pt modelId="{4AED69F5-AB55-45F3-8EEC-8CE25A4D9405}" type="pres">
      <dgm:prSet presAssocID="{BBA77011-5540-4D82-8562-22AE206B2ED2}" presName="iconBgRect" presStyleLbl="bgShp" presStyleIdx="0" presStyleCnt="5" custLinFactY="53543" custLinFactNeighborX="-11433" custLinFactNeighborY="100000"/>
      <dgm:spPr>
        <a:solidFill>
          <a:schemeClr val="accent2"/>
        </a:solidFill>
      </dgm:spPr>
    </dgm:pt>
    <dgm:pt modelId="{2D061871-BB07-45E2-8D79-E5505CE830F4}" type="pres">
      <dgm:prSet presAssocID="{BBA77011-5540-4D82-8562-22AE206B2ED2}" presName="iconRect" presStyleLbl="node1" presStyleIdx="0" presStyleCnt="5" custLinFactY="100000" custLinFactNeighborX="-20569" custLinFactNeighborY="16582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accent2"/>
          </a:solidFill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897B5941-1A15-48BA-9DD1-6CFBB88FAA70}" type="pres">
      <dgm:prSet presAssocID="{BBA77011-5540-4D82-8562-22AE206B2ED2}" presName="spaceRect" presStyleCnt="0"/>
      <dgm:spPr/>
    </dgm:pt>
    <dgm:pt modelId="{74ECD90B-0EF6-4C22-BD3E-792544230E6D}" type="pres">
      <dgm:prSet presAssocID="{BBA77011-5540-4D82-8562-22AE206B2ED2}" presName="textRect" presStyleLbl="revTx" presStyleIdx="0" presStyleCnt="5" custLinFactY="61971" custLinFactNeighborX="-6861" custLinFactNeighborY="100000">
        <dgm:presLayoutVars>
          <dgm:chMax val="1"/>
          <dgm:chPref val="1"/>
        </dgm:presLayoutVars>
      </dgm:prSet>
      <dgm:spPr/>
    </dgm:pt>
    <dgm:pt modelId="{B559BA98-6AA4-49D9-B52E-5EF39D5F491C}" type="pres">
      <dgm:prSet presAssocID="{E47605AC-F631-4356-9BDD-42F441DE15D8}" presName="sibTrans" presStyleLbl="sibTrans2D1" presStyleIdx="0" presStyleCnt="0"/>
      <dgm:spPr/>
    </dgm:pt>
    <dgm:pt modelId="{21DEE0FF-D134-41C2-B783-F48C03731D21}" type="pres">
      <dgm:prSet presAssocID="{7C0DC33D-FE8F-4328-B113-0945203D2BA4}" presName="compNode" presStyleCnt="0"/>
      <dgm:spPr/>
    </dgm:pt>
    <dgm:pt modelId="{23180364-058C-4651-A5CF-071CD735C368}" type="pres">
      <dgm:prSet presAssocID="{7C0DC33D-FE8F-4328-B113-0945203D2BA4}" presName="iconBgRect" presStyleLbl="bgShp" presStyleIdx="1" presStyleCnt="5" custLinFactY="54593" custLinFactNeighborX="1183" custLinFactNeighborY="100000"/>
      <dgm:spPr>
        <a:solidFill>
          <a:schemeClr val="accent2">
            <a:lumMod val="20000"/>
            <a:lumOff val="80000"/>
          </a:schemeClr>
        </a:solidFill>
      </dgm:spPr>
    </dgm:pt>
    <dgm:pt modelId="{5D43CDC5-0B58-4A5B-85F2-1D13362F4DFF}" type="pres">
      <dgm:prSet presAssocID="{7C0DC33D-FE8F-4328-B113-0945203D2BA4}" presName="iconRect" presStyleLbl="node1" presStyleIdx="1" presStyleCnt="5" custScaleX="115159" custScaleY="111176" custLinFactY="100000" custLinFactNeighborX="2197" custLinFactNeighborY="1678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accent2">
              <a:lumMod val="20000"/>
              <a:lumOff val="8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94867061-D862-4AC9-8AAD-52322ED7ADA3}" type="pres">
      <dgm:prSet presAssocID="{7C0DC33D-FE8F-4328-B113-0945203D2BA4}" presName="spaceRect" presStyleCnt="0"/>
      <dgm:spPr/>
    </dgm:pt>
    <dgm:pt modelId="{24AC918A-2788-4F98-B842-04C6B704CAFA}" type="pres">
      <dgm:prSet presAssocID="{7C0DC33D-FE8F-4328-B113-0945203D2BA4}" presName="textRect" presStyleLbl="revTx" presStyleIdx="1" presStyleCnt="5" custLinFactY="57417" custLinFactNeighborX="-3802" custLinFactNeighborY="100000">
        <dgm:presLayoutVars>
          <dgm:chMax val="1"/>
          <dgm:chPref val="1"/>
        </dgm:presLayoutVars>
      </dgm:prSet>
      <dgm:spPr/>
    </dgm:pt>
    <dgm:pt modelId="{448A9FFF-B74F-4AA5-8DB7-3ABBD4A83BEC}" type="pres">
      <dgm:prSet presAssocID="{B17C0720-7212-4626-846E-225A67912AC7}" presName="sibTrans" presStyleLbl="sibTrans2D1" presStyleIdx="0" presStyleCnt="0"/>
      <dgm:spPr/>
    </dgm:pt>
    <dgm:pt modelId="{A773C6BC-6B7F-43D1-B4D7-B10D92DB1106}" type="pres">
      <dgm:prSet presAssocID="{1B9C5643-C373-4584-A939-5AE19AA5CCEA}" presName="compNode" presStyleCnt="0"/>
      <dgm:spPr/>
    </dgm:pt>
    <dgm:pt modelId="{EEB712EC-2C64-438F-913D-D57F4DAD13C3}" type="pres">
      <dgm:prSet presAssocID="{1B9C5643-C373-4584-A939-5AE19AA5CCEA}" presName="iconBgRect" presStyleLbl="bgShp" presStyleIdx="2" presStyleCnt="5" custLinFactNeighborX="-11432" custLinFactNeighborY="74472"/>
      <dgm:spPr>
        <a:solidFill>
          <a:schemeClr val="accent2">
            <a:lumMod val="50000"/>
          </a:schemeClr>
        </a:solidFill>
      </dgm:spPr>
    </dgm:pt>
    <dgm:pt modelId="{6E7FEA4B-3795-4089-8A05-B4A30109571A}" type="pres">
      <dgm:prSet presAssocID="{1B9C5643-C373-4584-A939-5AE19AA5CCEA}" presName="iconRect" presStyleLbl="node1" presStyleIdx="2" presStyleCnt="5" custLinFactY="26581" custLinFactNeighborX="-17404" custLinFactNeighborY="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solidFill>
            <a:schemeClr val="accent1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2FE2F19-DDCB-44E1-9BD2-D9B57B47347D}" type="pres">
      <dgm:prSet presAssocID="{1B9C5643-C373-4584-A939-5AE19AA5CCEA}" presName="spaceRect" presStyleCnt="0"/>
      <dgm:spPr/>
    </dgm:pt>
    <dgm:pt modelId="{0B0EFD22-A116-41A9-B79C-3DCB884EA1B8}" type="pres">
      <dgm:prSet presAssocID="{1B9C5643-C373-4584-A939-5AE19AA5CCEA}" presName="textRect" presStyleLbl="revTx" presStyleIdx="2" presStyleCnt="5" custLinFactNeighborX="-7008" custLinFactNeighborY="72500">
        <dgm:presLayoutVars>
          <dgm:chMax val="1"/>
          <dgm:chPref val="1"/>
        </dgm:presLayoutVars>
      </dgm:prSet>
      <dgm:spPr/>
    </dgm:pt>
    <dgm:pt modelId="{D5EA4AFD-3213-4D94-8D03-6858176EE39C}" type="pres">
      <dgm:prSet presAssocID="{7A7E802A-DF40-48DF-A689-06903AC5B283}" presName="sibTrans" presStyleLbl="sibTrans2D1" presStyleIdx="0" presStyleCnt="0"/>
      <dgm:spPr/>
    </dgm:pt>
    <dgm:pt modelId="{686B07FC-75B8-43C8-BAAB-1EBCE61EA3A2}" type="pres">
      <dgm:prSet presAssocID="{8456D8FA-D55C-4E4C-9FDA-0DF11533394F}" presName="compNode" presStyleCnt="0"/>
      <dgm:spPr/>
    </dgm:pt>
    <dgm:pt modelId="{6FC7071A-92CA-4636-A347-AB0F6889B6C0}" type="pres">
      <dgm:prSet presAssocID="{8456D8FA-D55C-4E4C-9FDA-0DF11533394F}" presName="iconBgRect" presStyleLbl="bgShp" presStyleIdx="3" presStyleCnt="5" custLinFactNeighborX="918" custLinFactNeighborY="74472"/>
      <dgm:spPr>
        <a:solidFill>
          <a:schemeClr val="accent4">
            <a:lumMod val="60000"/>
            <a:lumOff val="40000"/>
          </a:schemeClr>
        </a:solidFill>
      </dgm:spPr>
    </dgm:pt>
    <dgm:pt modelId="{9A06C18D-8A5F-4DAF-99C4-E941B85A6644}" type="pres">
      <dgm:prSet presAssocID="{8456D8FA-D55C-4E4C-9FDA-0DF11533394F}" presName="iconRect" presStyleLbl="node1" presStyleIdx="3" presStyleCnt="5" custLinFactY="27285" custLinFactNeighborX="-1406" custLinFactNeighborY="1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solidFill>
            <a:schemeClr val="accent4">
              <a:lumMod val="60000"/>
              <a:lumOff val="4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6C6AF7B5-57D4-4F5C-A185-3A1A684F862A}" type="pres">
      <dgm:prSet presAssocID="{8456D8FA-D55C-4E4C-9FDA-0DF11533394F}" presName="spaceRect" presStyleCnt="0"/>
      <dgm:spPr/>
    </dgm:pt>
    <dgm:pt modelId="{9C0F261F-68D2-400F-8586-18D13D89AFF1}" type="pres">
      <dgm:prSet presAssocID="{8456D8FA-D55C-4E4C-9FDA-0DF11533394F}" presName="textRect" presStyleLbl="revTx" presStyleIdx="3" presStyleCnt="5" custLinFactNeighborX="-2807" custLinFactNeighborY="75390">
        <dgm:presLayoutVars>
          <dgm:chMax val="1"/>
          <dgm:chPref val="1"/>
        </dgm:presLayoutVars>
      </dgm:prSet>
      <dgm:spPr/>
    </dgm:pt>
    <dgm:pt modelId="{D3A31CEE-C781-4C0B-81A5-846A051F078C}" type="pres">
      <dgm:prSet presAssocID="{FA1CACB8-347C-4DD2-A5C0-C46D1A9F97AA}" presName="sibTrans" presStyleLbl="sibTrans2D1" presStyleIdx="0" presStyleCnt="0"/>
      <dgm:spPr/>
    </dgm:pt>
    <dgm:pt modelId="{5F42C621-A30D-4C7D-920C-8FA3715E8948}" type="pres">
      <dgm:prSet presAssocID="{19699EAF-BC96-4605-840C-224262B2D52F}" presName="compNode" presStyleCnt="0"/>
      <dgm:spPr/>
    </dgm:pt>
    <dgm:pt modelId="{2C2D5AE0-F722-49AB-BCE1-67A71CB0CA64}" type="pres">
      <dgm:prSet presAssocID="{19699EAF-BC96-4605-840C-224262B2D52F}" presName="iconBgRect" presStyleLbl="bgShp" presStyleIdx="4" presStyleCnt="5" custLinFactX="100000" custLinFactNeighborX="147496" custLinFactNeighborY="30484"/>
      <dgm:spPr>
        <a:solidFill>
          <a:schemeClr val="accent3">
            <a:lumMod val="40000"/>
            <a:lumOff val="60000"/>
          </a:schemeClr>
        </a:solidFill>
      </dgm:spPr>
    </dgm:pt>
    <dgm:pt modelId="{E443EFDA-0381-466A-9410-F45BDB057539}" type="pres">
      <dgm:prSet presAssocID="{19699EAF-BC96-4605-840C-224262B2D52F}" presName="iconRect" presStyleLbl="node1" presStyleIdx="4" presStyleCnt="5" custLinFactX="200000" custLinFactNeighborX="228934" custLinFactNeighborY="5160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solidFill>
            <a:schemeClr val="accent3">
              <a:lumMod val="40000"/>
              <a:lumOff val="6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355E4BF-7C66-468A-BB71-5F0BAAC24735}" type="pres">
      <dgm:prSet presAssocID="{19699EAF-BC96-4605-840C-224262B2D52F}" presName="spaceRect" presStyleCnt="0"/>
      <dgm:spPr/>
    </dgm:pt>
    <dgm:pt modelId="{C4A75C98-1A75-453D-B412-CEC0C3CE93E1}" type="pres">
      <dgm:prSet presAssocID="{19699EAF-BC96-4605-840C-224262B2D52F}" presName="textRect" presStyleLbl="revTx" presStyleIdx="4" presStyleCnt="5" custScaleX="88849" custScaleY="89207" custLinFactNeighborX="99552" custLinFactNeighborY="22957">
        <dgm:presLayoutVars>
          <dgm:chMax val="1"/>
          <dgm:chPref val="1"/>
        </dgm:presLayoutVars>
      </dgm:prSet>
      <dgm:spPr/>
    </dgm:pt>
  </dgm:ptLst>
  <dgm:cxnLst>
    <dgm:cxn modelId="{418B9106-FF1B-4EE2-91BD-8A8F634BC0BF}" type="presOf" srcId="{1B9C5643-C373-4584-A939-5AE19AA5CCEA}" destId="{0B0EFD22-A116-41A9-B79C-3DCB884EA1B8}" srcOrd="0" destOrd="0" presId="urn:microsoft.com/office/officeart/2018/2/layout/IconCircleList"/>
    <dgm:cxn modelId="{DA26AE2E-29FF-4951-A90E-2C3BA68F3E94}" type="presOf" srcId="{593A4735-9E82-4B71-80A7-649B843F06D1}" destId="{30F86BD4-669D-4DC1-A974-29AA38313331}" srcOrd="0" destOrd="0" presId="urn:microsoft.com/office/officeart/2018/2/layout/IconCircleList"/>
    <dgm:cxn modelId="{BEBF823F-60D3-460B-804F-3757B7B3DD87}" type="presOf" srcId="{B17C0720-7212-4626-846E-225A67912AC7}" destId="{448A9FFF-B74F-4AA5-8DB7-3ABBD4A83BEC}" srcOrd="0" destOrd="0" presId="urn:microsoft.com/office/officeart/2018/2/layout/IconCircleList"/>
    <dgm:cxn modelId="{0012065B-E695-4B93-BA4A-DF2728D56594}" srcId="{593A4735-9E82-4B71-80A7-649B843F06D1}" destId="{19699EAF-BC96-4605-840C-224262B2D52F}" srcOrd="4" destOrd="0" parTransId="{B18A3F77-38ED-484E-BEBF-EED9D589B9A5}" sibTransId="{1D7FDC58-CC6D-453B-A2FB-8160F92410C8}"/>
    <dgm:cxn modelId="{A861A441-B453-46CD-BCC9-6FBCEC2B6725}" type="presOf" srcId="{7C0DC33D-FE8F-4328-B113-0945203D2BA4}" destId="{24AC918A-2788-4F98-B842-04C6B704CAFA}" srcOrd="0" destOrd="0" presId="urn:microsoft.com/office/officeart/2018/2/layout/IconCircleList"/>
    <dgm:cxn modelId="{BAF0F345-3F48-4AC9-895C-473892E15A76}" type="presOf" srcId="{E47605AC-F631-4356-9BDD-42F441DE15D8}" destId="{B559BA98-6AA4-49D9-B52E-5EF39D5F491C}" srcOrd="0" destOrd="0" presId="urn:microsoft.com/office/officeart/2018/2/layout/IconCircleList"/>
    <dgm:cxn modelId="{2C2FB484-B096-421C-BC1F-B6A574668A4E}" srcId="{593A4735-9E82-4B71-80A7-649B843F06D1}" destId="{1B9C5643-C373-4584-A939-5AE19AA5CCEA}" srcOrd="2" destOrd="0" parTransId="{051E89EF-42AA-4EBB-AE5C-BAFD7F451473}" sibTransId="{7A7E802A-DF40-48DF-A689-06903AC5B283}"/>
    <dgm:cxn modelId="{0431BA9F-B23B-4A36-845A-C744AD55D1CE}" type="presOf" srcId="{BBA77011-5540-4D82-8562-22AE206B2ED2}" destId="{74ECD90B-0EF6-4C22-BD3E-792544230E6D}" srcOrd="0" destOrd="0" presId="urn:microsoft.com/office/officeart/2018/2/layout/IconCircleList"/>
    <dgm:cxn modelId="{1DEB4FB4-B223-473B-9161-B965B42D04D3}" srcId="{593A4735-9E82-4B71-80A7-649B843F06D1}" destId="{BBA77011-5540-4D82-8562-22AE206B2ED2}" srcOrd="0" destOrd="0" parTransId="{E197693F-8800-40B3-A0EB-53F61EE46D98}" sibTransId="{E47605AC-F631-4356-9BDD-42F441DE15D8}"/>
    <dgm:cxn modelId="{43F6AABD-D06F-4698-A1D1-5F1480E95E99}" type="presOf" srcId="{FA1CACB8-347C-4DD2-A5C0-C46D1A9F97AA}" destId="{D3A31CEE-C781-4C0B-81A5-846A051F078C}" srcOrd="0" destOrd="0" presId="urn:microsoft.com/office/officeart/2018/2/layout/IconCircleList"/>
    <dgm:cxn modelId="{2987F2D3-348F-4B0F-A220-D1A039291826}" type="presOf" srcId="{8456D8FA-D55C-4E4C-9FDA-0DF11533394F}" destId="{9C0F261F-68D2-400F-8586-18D13D89AFF1}" srcOrd="0" destOrd="0" presId="urn:microsoft.com/office/officeart/2018/2/layout/IconCircleList"/>
    <dgm:cxn modelId="{8E522CE4-BCE8-45D3-95A7-513798AA90EB}" srcId="{593A4735-9E82-4B71-80A7-649B843F06D1}" destId="{7C0DC33D-FE8F-4328-B113-0945203D2BA4}" srcOrd="1" destOrd="0" parTransId="{5AFE3D3E-53F2-4E90-901B-2A25F9FFCA71}" sibTransId="{B17C0720-7212-4626-846E-225A67912AC7}"/>
    <dgm:cxn modelId="{F33DABE7-7D00-4678-801A-44458219FF72}" type="presOf" srcId="{7A7E802A-DF40-48DF-A689-06903AC5B283}" destId="{D5EA4AFD-3213-4D94-8D03-6858176EE39C}" srcOrd="0" destOrd="0" presId="urn:microsoft.com/office/officeart/2018/2/layout/IconCircleList"/>
    <dgm:cxn modelId="{786B8EEA-4C57-41C9-9877-7BB19AAF9DBF}" srcId="{593A4735-9E82-4B71-80A7-649B843F06D1}" destId="{8456D8FA-D55C-4E4C-9FDA-0DF11533394F}" srcOrd="3" destOrd="0" parTransId="{70C36759-42FD-421B-AC19-F992A766E4DE}" sibTransId="{FA1CACB8-347C-4DD2-A5C0-C46D1A9F97AA}"/>
    <dgm:cxn modelId="{7777D1FB-6FFC-4153-804F-903C4D6EB8AA}" type="presOf" srcId="{19699EAF-BC96-4605-840C-224262B2D52F}" destId="{C4A75C98-1A75-453D-B412-CEC0C3CE93E1}" srcOrd="0" destOrd="0" presId="urn:microsoft.com/office/officeart/2018/2/layout/IconCircleList"/>
    <dgm:cxn modelId="{115854D6-7EC5-448C-8A79-E55EAB8D536F}" type="presParOf" srcId="{30F86BD4-669D-4DC1-A974-29AA38313331}" destId="{10FF8974-B832-4A69-9A57-61BD42F8A164}" srcOrd="0" destOrd="0" presId="urn:microsoft.com/office/officeart/2018/2/layout/IconCircleList"/>
    <dgm:cxn modelId="{CE569A67-E929-44CC-87FE-41F865E6683A}" type="presParOf" srcId="{10FF8974-B832-4A69-9A57-61BD42F8A164}" destId="{4B97AE3D-8DF3-47F7-A8DF-6C89B4118E84}" srcOrd="0" destOrd="0" presId="urn:microsoft.com/office/officeart/2018/2/layout/IconCircleList"/>
    <dgm:cxn modelId="{8FB16D10-B0D0-4D68-9F61-436D895DCC7F}" type="presParOf" srcId="{4B97AE3D-8DF3-47F7-A8DF-6C89B4118E84}" destId="{4AED69F5-AB55-45F3-8EEC-8CE25A4D9405}" srcOrd="0" destOrd="0" presId="urn:microsoft.com/office/officeart/2018/2/layout/IconCircleList"/>
    <dgm:cxn modelId="{61030EEC-312F-4AE8-909E-CB0E17FF7A7A}" type="presParOf" srcId="{4B97AE3D-8DF3-47F7-A8DF-6C89B4118E84}" destId="{2D061871-BB07-45E2-8D79-E5505CE830F4}" srcOrd="1" destOrd="0" presId="urn:microsoft.com/office/officeart/2018/2/layout/IconCircleList"/>
    <dgm:cxn modelId="{316AFA59-6504-4AE3-8DC0-03D947EBA8B4}" type="presParOf" srcId="{4B97AE3D-8DF3-47F7-A8DF-6C89B4118E84}" destId="{897B5941-1A15-48BA-9DD1-6CFBB88FAA70}" srcOrd="2" destOrd="0" presId="urn:microsoft.com/office/officeart/2018/2/layout/IconCircleList"/>
    <dgm:cxn modelId="{B8B2ACCF-C957-4557-A962-4D28544F0D1C}" type="presParOf" srcId="{4B97AE3D-8DF3-47F7-A8DF-6C89B4118E84}" destId="{74ECD90B-0EF6-4C22-BD3E-792544230E6D}" srcOrd="3" destOrd="0" presId="urn:microsoft.com/office/officeart/2018/2/layout/IconCircleList"/>
    <dgm:cxn modelId="{C4680043-F47D-49C1-854A-C7529F8FAA9D}" type="presParOf" srcId="{10FF8974-B832-4A69-9A57-61BD42F8A164}" destId="{B559BA98-6AA4-49D9-B52E-5EF39D5F491C}" srcOrd="1" destOrd="0" presId="urn:microsoft.com/office/officeart/2018/2/layout/IconCircleList"/>
    <dgm:cxn modelId="{4F72E266-8980-4D92-AAC4-E645111D0F34}" type="presParOf" srcId="{10FF8974-B832-4A69-9A57-61BD42F8A164}" destId="{21DEE0FF-D134-41C2-B783-F48C03731D21}" srcOrd="2" destOrd="0" presId="urn:microsoft.com/office/officeart/2018/2/layout/IconCircleList"/>
    <dgm:cxn modelId="{78EE7AC1-7FD0-4032-A034-FAF8F4C43ACD}" type="presParOf" srcId="{21DEE0FF-D134-41C2-B783-F48C03731D21}" destId="{23180364-058C-4651-A5CF-071CD735C368}" srcOrd="0" destOrd="0" presId="urn:microsoft.com/office/officeart/2018/2/layout/IconCircleList"/>
    <dgm:cxn modelId="{6129C1C1-7E2F-4852-8749-9915E9B40FEF}" type="presParOf" srcId="{21DEE0FF-D134-41C2-B783-F48C03731D21}" destId="{5D43CDC5-0B58-4A5B-85F2-1D13362F4DFF}" srcOrd="1" destOrd="0" presId="urn:microsoft.com/office/officeart/2018/2/layout/IconCircleList"/>
    <dgm:cxn modelId="{FE13213C-378A-4D2B-A336-FC6DFC55AF13}" type="presParOf" srcId="{21DEE0FF-D134-41C2-B783-F48C03731D21}" destId="{94867061-D862-4AC9-8AAD-52322ED7ADA3}" srcOrd="2" destOrd="0" presId="urn:microsoft.com/office/officeart/2018/2/layout/IconCircleList"/>
    <dgm:cxn modelId="{8917C577-C73F-424F-86C3-1D87D97B0648}" type="presParOf" srcId="{21DEE0FF-D134-41C2-B783-F48C03731D21}" destId="{24AC918A-2788-4F98-B842-04C6B704CAFA}" srcOrd="3" destOrd="0" presId="urn:microsoft.com/office/officeart/2018/2/layout/IconCircleList"/>
    <dgm:cxn modelId="{0A5F1C0C-B3CC-485A-A722-E2480705E021}" type="presParOf" srcId="{10FF8974-B832-4A69-9A57-61BD42F8A164}" destId="{448A9FFF-B74F-4AA5-8DB7-3ABBD4A83BEC}" srcOrd="3" destOrd="0" presId="urn:microsoft.com/office/officeart/2018/2/layout/IconCircleList"/>
    <dgm:cxn modelId="{26E97B88-A528-4CBA-81C5-9E3DF0E01B7D}" type="presParOf" srcId="{10FF8974-B832-4A69-9A57-61BD42F8A164}" destId="{A773C6BC-6B7F-43D1-B4D7-B10D92DB1106}" srcOrd="4" destOrd="0" presId="urn:microsoft.com/office/officeart/2018/2/layout/IconCircleList"/>
    <dgm:cxn modelId="{7EEF4EE8-E481-432D-A261-83283B3C3E0B}" type="presParOf" srcId="{A773C6BC-6B7F-43D1-B4D7-B10D92DB1106}" destId="{EEB712EC-2C64-438F-913D-D57F4DAD13C3}" srcOrd="0" destOrd="0" presId="urn:microsoft.com/office/officeart/2018/2/layout/IconCircleList"/>
    <dgm:cxn modelId="{D12F9702-CADB-4AF0-B125-F81D917FEFB9}" type="presParOf" srcId="{A773C6BC-6B7F-43D1-B4D7-B10D92DB1106}" destId="{6E7FEA4B-3795-4089-8A05-B4A30109571A}" srcOrd="1" destOrd="0" presId="urn:microsoft.com/office/officeart/2018/2/layout/IconCircleList"/>
    <dgm:cxn modelId="{12DE053E-33AE-411F-8A45-C38692BCC09F}" type="presParOf" srcId="{A773C6BC-6B7F-43D1-B4D7-B10D92DB1106}" destId="{F2FE2F19-DDCB-44E1-9BD2-D9B57B47347D}" srcOrd="2" destOrd="0" presId="urn:microsoft.com/office/officeart/2018/2/layout/IconCircleList"/>
    <dgm:cxn modelId="{300A98CA-E253-4BF5-9EF9-F174C0805BDD}" type="presParOf" srcId="{A773C6BC-6B7F-43D1-B4D7-B10D92DB1106}" destId="{0B0EFD22-A116-41A9-B79C-3DCB884EA1B8}" srcOrd="3" destOrd="0" presId="urn:microsoft.com/office/officeart/2018/2/layout/IconCircleList"/>
    <dgm:cxn modelId="{7DE23DD3-4961-4DFF-B142-2F1230EDCB7A}" type="presParOf" srcId="{10FF8974-B832-4A69-9A57-61BD42F8A164}" destId="{D5EA4AFD-3213-4D94-8D03-6858176EE39C}" srcOrd="5" destOrd="0" presId="urn:microsoft.com/office/officeart/2018/2/layout/IconCircleList"/>
    <dgm:cxn modelId="{1C2C5C60-A4C8-4D5E-B23B-8D94C5322C22}" type="presParOf" srcId="{10FF8974-B832-4A69-9A57-61BD42F8A164}" destId="{686B07FC-75B8-43C8-BAAB-1EBCE61EA3A2}" srcOrd="6" destOrd="0" presId="urn:microsoft.com/office/officeart/2018/2/layout/IconCircleList"/>
    <dgm:cxn modelId="{9F491A59-7233-4800-AF38-33163A016099}" type="presParOf" srcId="{686B07FC-75B8-43C8-BAAB-1EBCE61EA3A2}" destId="{6FC7071A-92CA-4636-A347-AB0F6889B6C0}" srcOrd="0" destOrd="0" presId="urn:microsoft.com/office/officeart/2018/2/layout/IconCircleList"/>
    <dgm:cxn modelId="{6DA880F7-0299-4F8F-A752-9128DF47B71E}" type="presParOf" srcId="{686B07FC-75B8-43C8-BAAB-1EBCE61EA3A2}" destId="{9A06C18D-8A5F-4DAF-99C4-E941B85A6644}" srcOrd="1" destOrd="0" presId="urn:microsoft.com/office/officeart/2018/2/layout/IconCircleList"/>
    <dgm:cxn modelId="{36C7A606-C4EE-4012-9D27-F5AD13F85496}" type="presParOf" srcId="{686B07FC-75B8-43C8-BAAB-1EBCE61EA3A2}" destId="{6C6AF7B5-57D4-4F5C-A185-3A1A684F862A}" srcOrd="2" destOrd="0" presId="urn:microsoft.com/office/officeart/2018/2/layout/IconCircleList"/>
    <dgm:cxn modelId="{B9479545-9E1F-4E02-ACF9-F3A324A9FDC4}" type="presParOf" srcId="{686B07FC-75B8-43C8-BAAB-1EBCE61EA3A2}" destId="{9C0F261F-68D2-400F-8586-18D13D89AFF1}" srcOrd="3" destOrd="0" presId="urn:microsoft.com/office/officeart/2018/2/layout/IconCircleList"/>
    <dgm:cxn modelId="{883B924E-FF12-42B3-82E9-0059A30F3B28}" type="presParOf" srcId="{10FF8974-B832-4A69-9A57-61BD42F8A164}" destId="{D3A31CEE-C781-4C0B-81A5-846A051F078C}" srcOrd="7" destOrd="0" presId="urn:microsoft.com/office/officeart/2018/2/layout/IconCircleList"/>
    <dgm:cxn modelId="{4230F779-8C4A-4AA5-8C52-68FDD80B2A51}" type="presParOf" srcId="{10FF8974-B832-4A69-9A57-61BD42F8A164}" destId="{5F42C621-A30D-4C7D-920C-8FA3715E8948}" srcOrd="8" destOrd="0" presId="urn:microsoft.com/office/officeart/2018/2/layout/IconCircleList"/>
    <dgm:cxn modelId="{8246079F-F0C0-4367-8E69-E402CBC6801E}" type="presParOf" srcId="{5F42C621-A30D-4C7D-920C-8FA3715E8948}" destId="{2C2D5AE0-F722-49AB-BCE1-67A71CB0CA64}" srcOrd="0" destOrd="0" presId="urn:microsoft.com/office/officeart/2018/2/layout/IconCircleList"/>
    <dgm:cxn modelId="{42876496-5EB3-4CCE-9FE9-DD8521A5721E}" type="presParOf" srcId="{5F42C621-A30D-4C7D-920C-8FA3715E8948}" destId="{E443EFDA-0381-466A-9410-F45BDB057539}" srcOrd="1" destOrd="0" presId="urn:microsoft.com/office/officeart/2018/2/layout/IconCircleList"/>
    <dgm:cxn modelId="{BB146F56-AF83-4879-9059-E8D0A05C376B}" type="presParOf" srcId="{5F42C621-A30D-4C7D-920C-8FA3715E8948}" destId="{0355E4BF-7C66-468A-BB71-5F0BAAC24735}" srcOrd="2" destOrd="0" presId="urn:microsoft.com/office/officeart/2018/2/layout/IconCircleList"/>
    <dgm:cxn modelId="{1A029A6C-B971-4B95-8CBA-E39D1C54291A}" type="presParOf" srcId="{5F42C621-A30D-4C7D-920C-8FA3715E8948}" destId="{C4A75C98-1A75-453D-B412-CEC0C3CE93E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E042D-1B22-4805-8FA0-48B8F0DBE4F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0440EE-186D-4BF9-AC3B-DFF7FF8BF3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Traditional medical consultation faces issues of accessibility and scalability</a:t>
          </a:r>
        </a:p>
      </dgm:t>
    </dgm:pt>
    <dgm:pt modelId="{7BBAA221-1BDE-4246-B584-9D57399176C4}" type="parTrans" cxnId="{61443634-3D2D-4760-9416-AF44726C76BC}">
      <dgm:prSet/>
      <dgm:spPr/>
      <dgm:t>
        <a:bodyPr/>
        <a:lstStyle/>
        <a:p>
          <a:endParaRPr lang="en-US"/>
        </a:p>
      </dgm:t>
    </dgm:pt>
    <dgm:pt modelId="{C36F47DC-93E2-4BDC-987E-6D5990F904AC}" type="sibTrans" cxnId="{61443634-3D2D-4760-9416-AF44726C76BC}">
      <dgm:prSet/>
      <dgm:spPr/>
      <dgm:t>
        <a:bodyPr/>
        <a:lstStyle/>
        <a:p>
          <a:endParaRPr lang="en-US"/>
        </a:p>
      </dgm:t>
    </dgm:pt>
    <dgm:pt modelId="{8471B2A2-6D7C-4D76-81E8-2B813B75BC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High patient-to-doctor ratios lead to delayed diagnoses, as seen in private health services that require booking appointments</a:t>
          </a:r>
        </a:p>
      </dgm:t>
    </dgm:pt>
    <dgm:pt modelId="{29AA844F-0EA0-42A9-B87F-B347AA8559D3}" type="parTrans" cxnId="{DB8A3C74-7EBD-4345-9E17-DD2D1DF59218}">
      <dgm:prSet/>
      <dgm:spPr/>
      <dgm:t>
        <a:bodyPr/>
        <a:lstStyle/>
        <a:p>
          <a:endParaRPr lang="en-US"/>
        </a:p>
      </dgm:t>
    </dgm:pt>
    <dgm:pt modelId="{9607789E-28E1-412B-9ADF-9A06D226965F}" type="sibTrans" cxnId="{DB8A3C74-7EBD-4345-9E17-DD2D1DF59218}">
      <dgm:prSet/>
      <dgm:spPr/>
      <dgm:t>
        <a:bodyPr/>
        <a:lstStyle/>
        <a:p>
          <a:endParaRPr lang="en-US"/>
        </a:p>
      </dgm:t>
    </dgm:pt>
    <dgm:pt modelId="{FEB41B2E-6929-43C2-9DAB-B49BD3B4A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Patients often lack immediate access to reliable medical advice in case of a sudden emergency</a:t>
          </a:r>
        </a:p>
      </dgm:t>
    </dgm:pt>
    <dgm:pt modelId="{CA2460B2-13D8-4255-9027-17B563EF5FA3}" type="parTrans" cxnId="{F5C77E67-089B-4333-924A-B0E4B3405AAD}">
      <dgm:prSet/>
      <dgm:spPr/>
      <dgm:t>
        <a:bodyPr/>
        <a:lstStyle/>
        <a:p>
          <a:endParaRPr lang="en-US"/>
        </a:p>
      </dgm:t>
    </dgm:pt>
    <dgm:pt modelId="{0C62E247-2664-4B08-ABD7-A79FBB5489E2}" type="sibTrans" cxnId="{F5C77E67-089B-4333-924A-B0E4B3405AAD}">
      <dgm:prSet/>
      <dgm:spPr/>
      <dgm:t>
        <a:bodyPr/>
        <a:lstStyle/>
        <a:p>
          <a:endParaRPr lang="en-US"/>
        </a:p>
      </dgm:t>
    </dgm:pt>
    <dgm:pt modelId="{2AEA87AD-F9B9-4DA3-B642-125557999B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 is only trained for automating basic medication and symptom analysis</a:t>
          </a:r>
        </a:p>
      </dgm:t>
    </dgm:pt>
    <dgm:pt modelId="{3B70257A-F517-49F4-B4B5-BAD78D80EBE7}" type="parTrans" cxnId="{3FBA6C91-C061-4AE6-85D5-82E0D9F7F815}">
      <dgm:prSet/>
      <dgm:spPr/>
      <dgm:t>
        <a:bodyPr/>
        <a:lstStyle/>
        <a:p>
          <a:endParaRPr lang="en-US"/>
        </a:p>
      </dgm:t>
    </dgm:pt>
    <dgm:pt modelId="{37F898E5-1E6C-4991-9D17-055E15BB3AF1}" type="sibTrans" cxnId="{3FBA6C91-C061-4AE6-85D5-82E0D9F7F815}">
      <dgm:prSet/>
      <dgm:spPr/>
      <dgm:t>
        <a:bodyPr/>
        <a:lstStyle/>
        <a:p>
          <a:endParaRPr lang="en-US"/>
        </a:p>
      </dgm:t>
    </dgm:pt>
    <dgm:pt modelId="{B1E3A59F-1719-4174-829C-39993CF8C8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Motivated to develop a system that bridges patients and medical experts efficiently</a:t>
          </a:r>
        </a:p>
      </dgm:t>
    </dgm:pt>
    <dgm:pt modelId="{76C22974-F2F0-4D83-AB2B-0735A3C82075}" type="parTrans" cxnId="{C2515C57-F29A-4225-B142-6D259D3EFF4D}">
      <dgm:prSet/>
      <dgm:spPr/>
      <dgm:t>
        <a:bodyPr/>
        <a:lstStyle/>
        <a:p>
          <a:endParaRPr lang="en-US"/>
        </a:p>
      </dgm:t>
    </dgm:pt>
    <dgm:pt modelId="{796FB235-8543-4E29-8C83-573EA740488A}" type="sibTrans" cxnId="{C2515C57-F29A-4225-B142-6D259D3EFF4D}">
      <dgm:prSet/>
      <dgm:spPr/>
      <dgm:t>
        <a:bodyPr/>
        <a:lstStyle/>
        <a:p>
          <a:endParaRPr lang="en-US"/>
        </a:p>
      </dgm:t>
    </dgm:pt>
    <dgm:pt modelId="{08C88846-9D4C-480D-A2E2-C87D4986E62B}" type="pres">
      <dgm:prSet presAssocID="{969E042D-1B22-4805-8FA0-48B8F0DBE4F5}" presName="root" presStyleCnt="0">
        <dgm:presLayoutVars>
          <dgm:dir/>
          <dgm:resizeHandles val="exact"/>
        </dgm:presLayoutVars>
      </dgm:prSet>
      <dgm:spPr/>
    </dgm:pt>
    <dgm:pt modelId="{099C335E-6EE1-40AF-8941-AE775A4B88CF}" type="pres">
      <dgm:prSet presAssocID="{EB0440EE-186D-4BF9-AC3B-DFF7FF8BF3F6}" presName="compNode" presStyleCnt="0"/>
      <dgm:spPr/>
    </dgm:pt>
    <dgm:pt modelId="{2F705B60-8B72-41F5-9A09-F279543BAE16}" type="pres">
      <dgm:prSet presAssocID="{EB0440EE-186D-4BF9-AC3B-DFF7FF8BF3F6}" presName="bgRect" presStyleLbl="bgShp" presStyleIdx="0" presStyleCnt="5" custLinFactNeighborX="-1110" custLinFactNeighborY="-469"/>
      <dgm:spPr/>
    </dgm:pt>
    <dgm:pt modelId="{8D386152-8AFE-48C6-AC06-228793A483BE}" type="pres">
      <dgm:prSet presAssocID="{EB0440EE-186D-4BF9-AC3B-DFF7FF8BF3F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9F3FC2F-6962-4003-991E-9DFD1A665509}" type="pres">
      <dgm:prSet presAssocID="{EB0440EE-186D-4BF9-AC3B-DFF7FF8BF3F6}" presName="spaceRect" presStyleCnt="0"/>
      <dgm:spPr/>
    </dgm:pt>
    <dgm:pt modelId="{AC728405-BBEC-4108-B4DE-E31F1B301F11}" type="pres">
      <dgm:prSet presAssocID="{EB0440EE-186D-4BF9-AC3B-DFF7FF8BF3F6}" presName="parTx" presStyleLbl="revTx" presStyleIdx="0" presStyleCnt="5">
        <dgm:presLayoutVars>
          <dgm:chMax val="0"/>
          <dgm:chPref val="0"/>
        </dgm:presLayoutVars>
      </dgm:prSet>
      <dgm:spPr/>
    </dgm:pt>
    <dgm:pt modelId="{32D42DAC-94D2-45D5-818C-AEFE0118CB5A}" type="pres">
      <dgm:prSet presAssocID="{C36F47DC-93E2-4BDC-987E-6D5990F904AC}" presName="sibTrans" presStyleCnt="0"/>
      <dgm:spPr/>
    </dgm:pt>
    <dgm:pt modelId="{6A531A93-2F7E-4D8F-AD34-3B18ACABE353}" type="pres">
      <dgm:prSet presAssocID="{8471B2A2-6D7C-4D76-81E8-2B813B75BC7B}" presName="compNode" presStyleCnt="0"/>
      <dgm:spPr/>
    </dgm:pt>
    <dgm:pt modelId="{7A8BE8B9-1CAA-4950-968B-BEF2563D5BFA}" type="pres">
      <dgm:prSet presAssocID="{8471B2A2-6D7C-4D76-81E8-2B813B75BC7B}" presName="bgRect" presStyleLbl="bgShp" presStyleIdx="1" presStyleCnt="5"/>
      <dgm:spPr/>
    </dgm:pt>
    <dgm:pt modelId="{D9DF9E23-C4BB-4973-92A2-2A3E8BE6B4F1}" type="pres">
      <dgm:prSet presAssocID="{8471B2A2-6D7C-4D76-81E8-2B813B75BC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8E21B0C7-3611-4713-A3C1-A878840F423B}" type="pres">
      <dgm:prSet presAssocID="{8471B2A2-6D7C-4D76-81E8-2B813B75BC7B}" presName="spaceRect" presStyleCnt="0"/>
      <dgm:spPr/>
    </dgm:pt>
    <dgm:pt modelId="{ADC9CE52-A3AE-4862-ADE7-C814030711E0}" type="pres">
      <dgm:prSet presAssocID="{8471B2A2-6D7C-4D76-81E8-2B813B75BC7B}" presName="parTx" presStyleLbl="revTx" presStyleIdx="1" presStyleCnt="5">
        <dgm:presLayoutVars>
          <dgm:chMax val="0"/>
          <dgm:chPref val="0"/>
        </dgm:presLayoutVars>
      </dgm:prSet>
      <dgm:spPr/>
    </dgm:pt>
    <dgm:pt modelId="{94E62A2E-7E4D-422F-9F6D-A70013B33AEE}" type="pres">
      <dgm:prSet presAssocID="{9607789E-28E1-412B-9ADF-9A06D226965F}" presName="sibTrans" presStyleCnt="0"/>
      <dgm:spPr/>
    </dgm:pt>
    <dgm:pt modelId="{460B77A4-7E1D-485B-BDDB-B5DA5328DA3F}" type="pres">
      <dgm:prSet presAssocID="{FEB41B2E-6929-43C2-9DAB-B49BD3B4AE75}" presName="compNode" presStyleCnt="0"/>
      <dgm:spPr/>
    </dgm:pt>
    <dgm:pt modelId="{EFCC93A6-37A7-460C-BA7A-00F3A24ADF34}" type="pres">
      <dgm:prSet presAssocID="{FEB41B2E-6929-43C2-9DAB-B49BD3B4AE75}" presName="bgRect" presStyleLbl="bgShp" presStyleIdx="2" presStyleCnt="5"/>
      <dgm:spPr/>
    </dgm:pt>
    <dgm:pt modelId="{30EB4160-33AE-404D-90B8-2A39C0438C41}" type="pres">
      <dgm:prSet presAssocID="{FEB41B2E-6929-43C2-9DAB-B49BD3B4AE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3E89BE7-679D-40ED-AB7C-112A871C1F01}" type="pres">
      <dgm:prSet presAssocID="{FEB41B2E-6929-43C2-9DAB-B49BD3B4AE75}" presName="spaceRect" presStyleCnt="0"/>
      <dgm:spPr/>
    </dgm:pt>
    <dgm:pt modelId="{6422FD49-DD5A-4D8B-B29C-A7946125165E}" type="pres">
      <dgm:prSet presAssocID="{FEB41B2E-6929-43C2-9DAB-B49BD3B4AE75}" presName="parTx" presStyleLbl="revTx" presStyleIdx="2" presStyleCnt="5">
        <dgm:presLayoutVars>
          <dgm:chMax val="0"/>
          <dgm:chPref val="0"/>
        </dgm:presLayoutVars>
      </dgm:prSet>
      <dgm:spPr/>
    </dgm:pt>
    <dgm:pt modelId="{5D776AD7-471E-418D-9A2C-4CEFBD9E3E4F}" type="pres">
      <dgm:prSet presAssocID="{0C62E247-2664-4B08-ABD7-A79FBB5489E2}" presName="sibTrans" presStyleCnt="0"/>
      <dgm:spPr/>
    </dgm:pt>
    <dgm:pt modelId="{306592F8-0955-416F-BF35-7E795D02D88E}" type="pres">
      <dgm:prSet presAssocID="{2AEA87AD-F9B9-4DA3-B642-125557999B27}" presName="compNode" presStyleCnt="0"/>
      <dgm:spPr/>
    </dgm:pt>
    <dgm:pt modelId="{4E2952A3-331F-446A-93C7-97725CA81403}" type="pres">
      <dgm:prSet presAssocID="{2AEA87AD-F9B9-4DA3-B642-125557999B27}" presName="bgRect" presStyleLbl="bgShp" presStyleIdx="3" presStyleCnt="5"/>
      <dgm:spPr/>
    </dgm:pt>
    <dgm:pt modelId="{F7565953-3D5E-45E1-B88C-081D25493094}" type="pres">
      <dgm:prSet presAssocID="{2AEA87AD-F9B9-4DA3-B642-125557999B2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E5CE986-820D-45EA-9C28-7A2D2F85BA7B}" type="pres">
      <dgm:prSet presAssocID="{2AEA87AD-F9B9-4DA3-B642-125557999B27}" presName="spaceRect" presStyleCnt="0"/>
      <dgm:spPr/>
    </dgm:pt>
    <dgm:pt modelId="{665FCB52-9AE5-44C0-A249-DB0B2DA6854B}" type="pres">
      <dgm:prSet presAssocID="{2AEA87AD-F9B9-4DA3-B642-125557999B27}" presName="parTx" presStyleLbl="revTx" presStyleIdx="3" presStyleCnt="5">
        <dgm:presLayoutVars>
          <dgm:chMax val="0"/>
          <dgm:chPref val="0"/>
        </dgm:presLayoutVars>
      </dgm:prSet>
      <dgm:spPr/>
    </dgm:pt>
    <dgm:pt modelId="{1F86FCB1-03B7-494E-84A2-D3AB36663905}" type="pres">
      <dgm:prSet presAssocID="{37F898E5-1E6C-4991-9D17-055E15BB3AF1}" presName="sibTrans" presStyleCnt="0"/>
      <dgm:spPr/>
    </dgm:pt>
    <dgm:pt modelId="{5877F27F-6414-4A84-AD9E-66A0939ED37A}" type="pres">
      <dgm:prSet presAssocID="{B1E3A59F-1719-4174-829C-39993CF8C8DF}" presName="compNode" presStyleCnt="0"/>
      <dgm:spPr/>
    </dgm:pt>
    <dgm:pt modelId="{99192510-0127-43D3-901A-7C760E34341B}" type="pres">
      <dgm:prSet presAssocID="{B1E3A59F-1719-4174-829C-39993CF8C8DF}" presName="bgRect" presStyleLbl="bgShp" presStyleIdx="4" presStyleCnt="5"/>
      <dgm:spPr/>
    </dgm:pt>
    <dgm:pt modelId="{6AF24FF6-5FB0-4851-BC78-FBF0828EA8AF}" type="pres">
      <dgm:prSet presAssocID="{B1E3A59F-1719-4174-829C-39993CF8C8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63FA0A4F-7083-4833-A9D9-711ACB22810B}" type="pres">
      <dgm:prSet presAssocID="{B1E3A59F-1719-4174-829C-39993CF8C8DF}" presName="spaceRect" presStyleCnt="0"/>
      <dgm:spPr/>
    </dgm:pt>
    <dgm:pt modelId="{E9D5987F-B2B0-4025-B20D-5CB7EDADCD17}" type="pres">
      <dgm:prSet presAssocID="{B1E3A59F-1719-4174-829C-39993CF8C8D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D722314-441B-4476-92B9-D3FB5354A944}" type="presOf" srcId="{969E042D-1B22-4805-8FA0-48B8F0DBE4F5}" destId="{08C88846-9D4C-480D-A2E2-C87D4986E62B}" srcOrd="0" destOrd="0" presId="urn:microsoft.com/office/officeart/2018/2/layout/IconVerticalSolidList"/>
    <dgm:cxn modelId="{61443634-3D2D-4760-9416-AF44726C76BC}" srcId="{969E042D-1B22-4805-8FA0-48B8F0DBE4F5}" destId="{EB0440EE-186D-4BF9-AC3B-DFF7FF8BF3F6}" srcOrd="0" destOrd="0" parTransId="{7BBAA221-1BDE-4246-B584-9D57399176C4}" sibTransId="{C36F47DC-93E2-4BDC-987E-6D5990F904AC}"/>
    <dgm:cxn modelId="{F5C77E67-089B-4333-924A-B0E4B3405AAD}" srcId="{969E042D-1B22-4805-8FA0-48B8F0DBE4F5}" destId="{FEB41B2E-6929-43C2-9DAB-B49BD3B4AE75}" srcOrd="2" destOrd="0" parTransId="{CA2460B2-13D8-4255-9027-17B563EF5FA3}" sibTransId="{0C62E247-2664-4B08-ABD7-A79FBB5489E2}"/>
    <dgm:cxn modelId="{DB8A3C74-7EBD-4345-9E17-DD2D1DF59218}" srcId="{969E042D-1B22-4805-8FA0-48B8F0DBE4F5}" destId="{8471B2A2-6D7C-4D76-81E8-2B813B75BC7B}" srcOrd="1" destOrd="0" parTransId="{29AA844F-0EA0-42A9-B87F-B347AA8559D3}" sibTransId="{9607789E-28E1-412B-9ADF-9A06D226965F}"/>
    <dgm:cxn modelId="{74A71B77-413B-4B23-B467-7688037E46D5}" type="presOf" srcId="{B1E3A59F-1719-4174-829C-39993CF8C8DF}" destId="{E9D5987F-B2B0-4025-B20D-5CB7EDADCD17}" srcOrd="0" destOrd="0" presId="urn:microsoft.com/office/officeart/2018/2/layout/IconVerticalSolidList"/>
    <dgm:cxn modelId="{C2515C57-F29A-4225-B142-6D259D3EFF4D}" srcId="{969E042D-1B22-4805-8FA0-48B8F0DBE4F5}" destId="{B1E3A59F-1719-4174-829C-39993CF8C8DF}" srcOrd="4" destOrd="0" parTransId="{76C22974-F2F0-4D83-AB2B-0735A3C82075}" sibTransId="{796FB235-8543-4E29-8C83-573EA740488A}"/>
    <dgm:cxn modelId="{91D3E777-6A3C-43AC-900C-C12BF8340B01}" type="presOf" srcId="{EB0440EE-186D-4BF9-AC3B-DFF7FF8BF3F6}" destId="{AC728405-BBEC-4108-B4DE-E31F1B301F11}" srcOrd="0" destOrd="0" presId="urn:microsoft.com/office/officeart/2018/2/layout/IconVerticalSolidList"/>
    <dgm:cxn modelId="{AADF8187-2309-4AC7-88B5-C861002E9694}" type="presOf" srcId="{8471B2A2-6D7C-4D76-81E8-2B813B75BC7B}" destId="{ADC9CE52-A3AE-4862-ADE7-C814030711E0}" srcOrd="0" destOrd="0" presId="urn:microsoft.com/office/officeart/2018/2/layout/IconVerticalSolidList"/>
    <dgm:cxn modelId="{3FBA6C91-C061-4AE6-85D5-82E0D9F7F815}" srcId="{969E042D-1B22-4805-8FA0-48B8F0DBE4F5}" destId="{2AEA87AD-F9B9-4DA3-B642-125557999B27}" srcOrd="3" destOrd="0" parTransId="{3B70257A-F517-49F4-B4B5-BAD78D80EBE7}" sibTransId="{37F898E5-1E6C-4991-9D17-055E15BB3AF1}"/>
    <dgm:cxn modelId="{D71885AD-5FC5-47A0-B728-9DFE8C240406}" type="presOf" srcId="{FEB41B2E-6929-43C2-9DAB-B49BD3B4AE75}" destId="{6422FD49-DD5A-4D8B-B29C-A7946125165E}" srcOrd="0" destOrd="0" presId="urn:microsoft.com/office/officeart/2018/2/layout/IconVerticalSolidList"/>
    <dgm:cxn modelId="{604242CF-977E-442D-8C74-88F33B3DB95F}" type="presOf" srcId="{2AEA87AD-F9B9-4DA3-B642-125557999B27}" destId="{665FCB52-9AE5-44C0-A249-DB0B2DA6854B}" srcOrd="0" destOrd="0" presId="urn:microsoft.com/office/officeart/2018/2/layout/IconVerticalSolidList"/>
    <dgm:cxn modelId="{5CC703F8-7764-41F9-8998-703B71B97886}" type="presParOf" srcId="{08C88846-9D4C-480D-A2E2-C87D4986E62B}" destId="{099C335E-6EE1-40AF-8941-AE775A4B88CF}" srcOrd="0" destOrd="0" presId="urn:microsoft.com/office/officeart/2018/2/layout/IconVerticalSolidList"/>
    <dgm:cxn modelId="{C7CCD944-871F-40AC-BB44-4958ABBA4C01}" type="presParOf" srcId="{099C335E-6EE1-40AF-8941-AE775A4B88CF}" destId="{2F705B60-8B72-41F5-9A09-F279543BAE16}" srcOrd="0" destOrd="0" presId="urn:microsoft.com/office/officeart/2018/2/layout/IconVerticalSolidList"/>
    <dgm:cxn modelId="{F338CBC2-A539-47B1-A434-69CD5416DF49}" type="presParOf" srcId="{099C335E-6EE1-40AF-8941-AE775A4B88CF}" destId="{8D386152-8AFE-48C6-AC06-228793A483BE}" srcOrd="1" destOrd="0" presId="urn:microsoft.com/office/officeart/2018/2/layout/IconVerticalSolidList"/>
    <dgm:cxn modelId="{CD9F4C7C-A7F8-41EE-BB72-23B491D15B34}" type="presParOf" srcId="{099C335E-6EE1-40AF-8941-AE775A4B88CF}" destId="{19F3FC2F-6962-4003-991E-9DFD1A665509}" srcOrd="2" destOrd="0" presId="urn:microsoft.com/office/officeart/2018/2/layout/IconVerticalSolidList"/>
    <dgm:cxn modelId="{CBA6A9E7-378A-4474-BDFD-7E76F830CCF4}" type="presParOf" srcId="{099C335E-6EE1-40AF-8941-AE775A4B88CF}" destId="{AC728405-BBEC-4108-B4DE-E31F1B301F11}" srcOrd="3" destOrd="0" presId="urn:microsoft.com/office/officeart/2018/2/layout/IconVerticalSolidList"/>
    <dgm:cxn modelId="{958B3A26-3611-4A4C-939F-9F432BB86D55}" type="presParOf" srcId="{08C88846-9D4C-480D-A2E2-C87D4986E62B}" destId="{32D42DAC-94D2-45D5-818C-AEFE0118CB5A}" srcOrd="1" destOrd="0" presId="urn:microsoft.com/office/officeart/2018/2/layout/IconVerticalSolidList"/>
    <dgm:cxn modelId="{B83E252B-3134-4824-8458-73F6CFDE24C7}" type="presParOf" srcId="{08C88846-9D4C-480D-A2E2-C87D4986E62B}" destId="{6A531A93-2F7E-4D8F-AD34-3B18ACABE353}" srcOrd="2" destOrd="0" presId="urn:microsoft.com/office/officeart/2018/2/layout/IconVerticalSolidList"/>
    <dgm:cxn modelId="{CDEDF815-1B56-4678-A6D8-B7C7EB327105}" type="presParOf" srcId="{6A531A93-2F7E-4D8F-AD34-3B18ACABE353}" destId="{7A8BE8B9-1CAA-4950-968B-BEF2563D5BFA}" srcOrd="0" destOrd="0" presId="urn:microsoft.com/office/officeart/2018/2/layout/IconVerticalSolidList"/>
    <dgm:cxn modelId="{2BA3C578-196D-4F22-8A83-36AB72E74BB7}" type="presParOf" srcId="{6A531A93-2F7E-4D8F-AD34-3B18ACABE353}" destId="{D9DF9E23-C4BB-4973-92A2-2A3E8BE6B4F1}" srcOrd="1" destOrd="0" presId="urn:microsoft.com/office/officeart/2018/2/layout/IconVerticalSolidList"/>
    <dgm:cxn modelId="{BD2E8211-449E-4C51-BD0B-B987D723D746}" type="presParOf" srcId="{6A531A93-2F7E-4D8F-AD34-3B18ACABE353}" destId="{8E21B0C7-3611-4713-A3C1-A878840F423B}" srcOrd="2" destOrd="0" presId="urn:microsoft.com/office/officeart/2018/2/layout/IconVerticalSolidList"/>
    <dgm:cxn modelId="{5E998BA7-5895-4C2A-93BF-E49A4735127E}" type="presParOf" srcId="{6A531A93-2F7E-4D8F-AD34-3B18ACABE353}" destId="{ADC9CE52-A3AE-4862-ADE7-C814030711E0}" srcOrd="3" destOrd="0" presId="urn:microsoft.com/office/officeart/2018/2/layout/IconVerticalSolidList"/>
    <dgm:cxn modelId="{DA430E27-6DDC-44E9-B964-6F86F2C25845}" type="presParOf" srcId="{08C88846-9D4C-480D-A2E2-C87D4986E62B}" destId="{94E62A2E-7E4D-422F-9F6D-A70013B33AEE}" srcOrd="3" destOrd="0" presId="urn:microsoft.com/office/officeart/2018/2/layout/IconVerticalSolidList"/>
    <dgm:cxn modelId="{C3D74DC7-6478-41F4-A20C-5B6BC9A85C01}" type="presParOf" srcId="{08C88846-9D4C-480D-A2E2-C87D4986E62B}" destId="{460B77A4-7E1D-485B-BDDB-B5DA5328DA3F}" srcOrd="4" destOrd="0" presId="urn:microsoft.com/office/officeart/2018/2/layout/IconVerticalSolidList"/>
    <dgm:cxn modelId="{8C401FC9-0512-4AE1-BAB4-FE41F9A2AC10}" type="presParOf" srcId="{460B77A4-7E1D-485B-BDDB-B5DA5328DA3F}" destId="{EFCC93A6-37A7-460C-BA7A-00F3A24ADF34}" srcOrd="0" destOrd="0" presId="urn:microsoft.com/office/officeart/2018/2/layout/IconVerticalSolidList"/>
    <dgm:cxn modelId="{AF114E54-F217-4E34-858D-B90A609BD460}" type="presParOf" srcId="{460B77A4-7E1D-485B-BDDB-B5DA5328DA3F}" destId="{30EB4160-33AE-404D-90B8-2A39C0438C41}" srcOrd="1" destOrd="0" presId="urn:microsoft.com/office/officeart/2018/2/layout/IconVerticalSolidList"/>
    <dgm:cxn modelId="{C0126A4E-C52C-4C91-AD0D-711EA6511023}" type="presParOf" srcId="{460B77A4-7E1D-485B-BDDB-B5DA5328DA3F}" destId="{E3E89BE7-679D-40ED-AB7C-112A871C1F01}" srcOrd="2" destOrd="0" presId="urn:microsoft.com/office/officeart/2018/2/layout/IconVerticalSolidList"/>
    <dgm:cxn modelId="{28CAC1A8-C759-4B1B-A65D-BFB47C90CDA2}" type="presParOf" srcId="{460B77A4-7E1D-485B-BDDB-B5DA5328DA3F}" destId="{6422FD49-DD5A-4D8B-B29C-A7946125165E}" srcOrd="3" destOrd="0" presId="urn:microsoft.com/office/officeart/2018/2/layout/IconVerticalSolidList"/>
    <dgm:cxn modelId="{A606A545-E36A-4061-B5A2-CC7B313463BD}" type="presParOf" srcId="{08C88846-9D4C-480D-A2E2-C87D4986E62B}" destId="{5D776AD7-471E-418D-9A2C-4CEFBD9E3E4F}" srcOrd="5" destOrd="0" presId="urn:microsoft.com/office/officeart/2018/2/layout/IconVerticalSolidList"/>
    <dgm:cxn modelId="{882B7A02-A8A1-4CC6-8B77-070302F81690}" type="presParOf" srcId="{08C88846-9D4C-480D-A2E2-C87D4986E62B}" destId="{306592F8-0955-416F-BF35-7E795D02D88E}" srcOrd="6" destOrd="0" presId="urn:microsoft.com/office/officeart/2018/2/layout/IconVerticalSolidList"/>
    <dgm:cxn modelId="{CE64A2EB-7EB3-4BF7-8B4E-C1E543BAE81E}" type="presParOf" srcId="{306592F8-0955-416F-BF35-7E795D02D88E}" destId="{4E2952A3-331F-446A-93C7-97725CA81403}" srcOrd="0" destOrd="0" presId="urn:microsoft.com/office/officeart/2018/2/layout/IconVerticalSolidList"/>
    <dgm:cxn modelId="{F9940538-B25C-45CB-B640-61F8F04A04EA}" type="presParOf" srcId="{306592F8-0955-416F-BF35-7E795D02D88E}" destId="{F7565953-3D5E-45E1-B88C-081D25493094}" srcOrd="1" destOrd="0" presId="urn:microsoft.com/office/officeart/2018/2/layout/IconVerticalSolidList"/>
    <dgm:cxn modelId="{895D3D1C-F0FE-4806-B2CD-BC69FCB913D3}" type="presParOf" srcId="{306592F8-0955-416F-BF35-7E795D02D88E}" destId="{0E5CE986-820D-45EA-9C28-7A2D2F85BA7B}" srcOrd="2" destOrd="0" presId="urn:microsoft.com/office/officeart/2018/2/layout/IconVerticalSolidList"/>
    <dgm:cxn modelId="{86460AA1-1A11-4382-89FF-464D8650F784}" type="presParOf" srcId="{306592F8-0955-416F-BF35-7E795D02D88E}" destId="{665FCB52-9AE5-44C0-A249-DB0B2DA6854B}" srcOrd="3" destOrd="0" presId="urn:microsoft.com/office/officeart/2018/2/layout/IconVerticalSolidList"/>
    <dgm:cxn modelId="{3631B4CE-8951-46C4-8DD0-9436F02F17EC}" type="presParOf" srcId="{08C88846-9D4C-480D-A2E2-C87D4986E62B}" destId="{1F86FCB1-03B7-494E-84A2-D3AB36663905}" srcOrd="7" destOrd="0" presId="urn:microsoft.com/office/officeart/2018/2/layout/IconVerticalSolidList"/>
    <dgm:cxn modelId="{DE4D20E2-A1B3-4B81-89E2-6C1BE2379E99}" type="presParOf" srcId="{08C88846-9D4C-480D-A2E2-C87D4986E62B}" destId="{5877F27F-6414-4A84-AD9E-66A0939ED37A}" srcOrd="8" destOrd="0" presId="urn:microsoft.com/office/officeart/2018/2/layout/IconVerticalSolidList"/>
    <dgm:cxn modelId="{DB19BA88-74EC-4247-99DF-723139A3738B}" type="presParOf" srcId="{5877F27F-6414-4A84-AD9E-66A0939ED37A}" destId="{99192510-0127-43D3-901A-7C760E34341B}" srcOrd="0" destOrd="0" presId="urn:microsoft.com/office/officeart/2018/2/layout/IconVerticalSolidList"/>
    <dgm:cxn modelId="{5E3BE33F-502D-418D-8753-B86C7267E2F3}" type="presParOf" srcId="{5877F27F-6414-4A84-AD9E-66A0939ED37A}" destId="{6AF24FF6-5FB0-4851-BC78-FBF0828EA8AF}" srcOrd="1" destOrd="0" presId="urn:microsoft.com/office/officeart/2018/2/layout/IconVerticalSolidList"/>
    <dgm:cxn modelId="{0A7B845D-84C4-4EA7-AF65-7C29E41086DB}" type="presParOf" srcId="{5877F27F-6414-4A84-AD9E-66A0939ED37A}" destId="{63FA0A4F-7083-4833-A9D9-711ACB22810B}" srcOrd="2" destOrd="0" presId="urn:microsoft.com/office/officeart/2018/2/layout/IconVerticalSolidList"/>
    <dgm:cxn modelId="{606A18B4-48F6-4BA5-83C0-563C44A26DF3}" type="presParOf" srcId="{5877F27F-6414-4A84-AD9E-66A0939ED37A}" destId="{E9D5987F-B2B0-4025-B20D-5CB7EDADCD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2A498B-81A4-4BDA-88A2-1D9F673D8C4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B17372-83AF-4E28-A9CC-D6011E0C0B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 conversational AI to provide medical guidance</a:t>
          </a:r>
        </a:p>
      </dgm:t>
    </dgm:pt>
    <dgm:pt modelId="{A6FCA1C2-5D03-4E00-A366-65F14190C4B0}" type="parTrans" cxnId="{C885343D-904F-4A03-8DA3-1A354EBF6942}">
      <dgm:prSet/>
      <dgm:spPr/>
      <dgm:t>
        <a:bodyPr/>
        <a:lstStyle/>
        <a:p>
          <a:endParaRPr lang="en-US"/>
        </a:p>
      </dgm:t>
    </dgm:pt>
    <dgm:pt modelId="{A601653C-2A1E-499B-8904-0F17DC67059D}" type="sibTrans" cxnId="{C885343D-904F-4A03-8DA3-1A354EBF6942}">
      <dgm:prSet/>
      <dgm:spPr/>
      <dgm:t>
        <a:bodyPr/>
        <a:lstStyle/>
        <a:p>
          <a:endParaRPr lang="en-US"/>
        </a:p>
      </dgm:t>
    </dgm:pt>
    <dgm:pt modelId="{95E5EB75-6CA5-40F8-9BEC-C67106BF03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Enable patients to input symptoms and receive real-time insights</a:t>
          </a:r>
        </a:p>
      </dgm:t>
    </dgm:pt>
    <dgm:pt modelId="{A4AAD43B-FFFA-46BF-8D95-E18D68606792}" type="parTrans" cxnId="{E5AA69CC-8C8E-403D-8B39-1DDC2B6335DA}">
      <dgm:prSet/>
      <dgm:spPr/>
      <dgm:t>
        <a:bodyPr/>
        <a:lstStyle/>
        <a:p>
          <a:endParaRPr lang="en-US"/>
        </a:p>
      </dgm:t>
    </dgm:pt>
    <dgm:pt modelId="{F953D485-B8F9-4B27-B775-3C9474DACFD6}" type="sibTrans" cxnId="{E5AA69CC-8C8E-403D-8B39-1DDC2B6335DA}">
      <dgm:prSet/>
      <dgm:spPr/>
      <dgm:t>
        <a:bodyPr/>
        <a:lstStyle/>
        <a:p>
          <a:endParaRPr lang="en-US"/>
        </a:p>
      </dgm:t>
    </dgm:pt>
    <dgm:pt modelId="{303049FC-26A2-4DD9-9BDD-29A1A6302D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secure access to health records and prescriptions</a:t>
          </a:r>
        </a:p>
      </dgm:t>
    </dgm:pt>
    <dgm:pt modelId="{C6B706B4-334D-4D8F-A826-7B191802ABC2}" type="parTrans" cxnId="{625F1669-0937-49A3-9554-BEEB26FAD5D9}">
      <dgm:prSet/>
      <dgm:spPr/>
      <dgm:t>
        <a:bodyPr/>
        <a:lstStyle/>
        <a:p>
          <a:endParaRPr lang="en-US"/>
        </a:p>
      </dgm:t>
    </dgm:pt>
    <dgm:pt modelId="{FB8826E5-4B5F-44F3-A184-A818B6452B3D}" type="sibTrans" cxnId="{625F1669-0937-49A3-9554-BEEB26FAD5D9}">
      <dgm:prSet/>
      <dgm:spPr/>
      <dgm:t>
        <a:bodyPr/>
        <a:lstStyle/>
        <a:p>
          <a:endParaRPr lang="en-US"/>
        </a:p>
      </dgm:t>
    </dgm:pt>
    <dgm:pt modelId="{8EF2B993-D80F-4240-8FA6-06D1C264E2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both patients and medical professionals through digital tools</a:t>
          </a:r>
        </a:p>
      </dgm:t>
    </dgm:pt>
    <dgm:pt modelId="{174ED9B4-2887-4164-AE3A-D6E470F00E42}" type="parTrans" cxnId="{40786476-3316-4845-8395-7B7F5CD6E0FA}">
      <dgm:prSet/>
      <dgm:spPr/>
      <dgm:t>
        <a:bodyPr/>
        <a:lstStyle/>
        <a:p>
          <a:endParaRPr lang="en-US"/>
        </a:p>
      </dgm:t>
    </dgm:pt>
    <dgm:pt modelId="{EF7D4421-E983-4C81-9AD8-4E51648E118A}" type="sibTrans" cxnId="{40786476-3316-4845-8395-7B7F5CD6E0FA}">
      <dgm:prSet/>
      <dgm:spPr/>
      <dgm:t>
        <a:bodyPr/>
        <a:lstStyle/>
        <a:p>
          <a:endParaRPr lang="en-US"/>
        </a:p>
      </dgm:t>
    </dgm:pt>
    <dgm:pt modelId="{411CBC9F-E1CD-4375-862E-35B01759BA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ethical AI use and compliance with healthcare standards</a:t>
          </a:r>
        </a:p>
      </dgm:t>
    </dgm:pt>
    <dgm:pt modelId="{A1BB9F4A-184A-44C0-A8FA-A9ED38EB7CCB}" type="parTrans" cxnId="{0504C3B8-DFF8-4E59-9A99-77A38AB9AB73}">
      <dgm:prSet/>
      <dgm:spPr/>
      <dgm:t>
        <a:bodyPr/>
        <a:lstStyle/>
        <a:p>
          <a:endParaRPr lang="en-US"/>
        </a:p>
      </dgm:t>
    </dgm:pt>
    <dgm:pt modelId="{D0314DF9-15AE-47B8-A5E5-0C1B206C9043}" type="sibTrans" cxnId="{0504C3B8-DFF8-4E59-9A99-77A38AB9AB73}">
      <dgm:prSet/>
      <dgm:spPr/>
      <dgm:t>
        <a:bodyPr/>
        <a:lstStyle/>
        <a:p>
          <a:endParaRPr lang="en-US"/>
        </a:p>
      </dgm:t>
    </dgm:pt>
    <dgm:pt modelId="{0B1D8D77-6709-4195-8D7D-878E2C40FC3E}" type="pres">
      <dgm:prSet presAssocID="{642A498B-81A4-4BDA-88A2-1D9F673D8C40}" presName="root" presStyleCnt="0">
        <dgm:presLayoutVars>
          <dgm:dir/>
          <dgm:resizeHandles val="exact"/>
        </dgm:presLayoutVars>
      </dgm:prSet>
      <dgm:spPr/>
    </dgm:pt>
    <dgm:pt modelId="{751AAED9-035B-4B17-A113-411AFCD19465}" type="pres">
      <dgm:prSet presAssocID="{DBB17372-83AF-4E28-A9CC-D6011E0C0BB8}" presName="compNode" presStyleCnt="0"/>
      <dgm:spPr/>
    </dgm:pt>
    <dgm:pt modelId="{51A1D43B-9BA9-4393-87C0-FBFDD7D9E066}" type="pres">
      <dgm:prSet presAssocID="{DBB17372-83AF-4E28-A9CC-D6011E0C0BB8}" presName="bgRect" presStyleLbl="bgShp" presStyleIdx="0" presStyleCnt="5"/>
      <dgm:spPr/>
    </dgm:pt>
    <dgm:pt modelId="{BB39DD84-550B-4D34-92A5-127A8DAFB1EF}" type="pres">
      <dgm:prSet presAssocID="{DBB17372-83AF-4E28-A9CC-D6011E0C0BB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27928CE-ED0F-405A-B6CC-564C896930A7}" type="pres">
      <dgm:prSet presAssocID="{DBB17372-83AF-4E28-A9CC-D6011E0C0BB8}" presName="spaceRect" presStyleCnt="0"/>
      <dgm:spPr/>
    </dgm:pt>
    <dgm:pt modelId="{8C5CE511-E128-4246-B67C-A015AD75E874}" type="pres">
      <dgm:prSet presAssocID="{DBB17372-83AF-4E28-A9CC-D6011E0C0BB8}" presName="parTx" presStyleLbl="revTx" presStyleIdx="0" presStyleCnt="5">
        <dgm:presLayoutVars>
          <dgm:chMax val="0"/>
          <dgm:chPref val="0"/>
        </dgm:presLayoutVars>
      </dgm:prSet>
      <dgm:spPr/>
    </dgm:pt>
    <dgm:pt modelId="{F4D52836-A15D-4B1B-9E16-12381D986632}" type="pres">
      <dgm:prSet presAssocID="{A601653C-2A1E-499B-8904-0F17DC67059D}" presName="sibTrans" presStyleCnt="0"/>
      <dgm:spPr/>
    </dgm:pt>
    <dgm:pt modelId="{496332CB-FA17-4C5B-9EFA-F6FD63C3A657}" type="pres">
      <dgm:prSet presAssocID="{95E5EB75-6CA5-40F8-9BEC-C67106BF03C6}" presName="compNode" presStyleCnt="0"/>
      <dgm:spPr/>
    </dgm:pt>
    <dgm:pt modelId="{71AB67FB-305B-4836-B183-54F98EBBC143}" type="pres">
      <dgm:prSet presAssocID="{95E5EB75-6CA5-40F8-9BEC-C67106BF03C6}" presName="bgRect" presStyleLbl="bgShp" presStyleIdx="1" presStyleCnt="5"/>
      <dgm:spPr/>
    </dgm:pt>
    <dgm:pt modelId="{47B0D144-FCFE-4EDE-B447-4C5A9B710182}" type="pres">
      <dgm:prSet presAssocID="{95E5EB75-6CA5-40F8-9BEC-C67106BF03C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9F739F6-755A-4FBE-A0D8-92BE11749055}" type="pres">
      <dgm:prSet presAssocID="{95E5EB75-6CA5-40F8-9BEC-C67106BF03C6}" presName="spaceRect" presStyleCnt="0"/>
      <dgm:spPr/>
    </dgm:pt>
    <dgm:pt modelId="{052597E0-BD94-4588-866F-1235FDB78127}" type="pres">
      <dgm:prSet presAssocID="{95E5EB75-6CA5-40F8-9BEC-C67106BF03C6}" presName="parTx" presStyleLbl="revTx" presStyleIdx="1" presStyleCnt="5">
        <dgm:presLayoutVars>
          <dgm:chMax val="0"/>
          <dgm:chPref val="0"/>
        </dgm:presLayoutVars>
      </dgm:prSet>
      <dgm:spPr/>
    </dgm:pt>
    <dgm:pt modelId="{C2158564-C920-4F54-8551-0D5D1B344454}" type="pres">
      <dgm:prSet presAssocID="{F953D485-B8F9-4B27-B775-3C9474DACFD6}" presName="sibTrans" presStyleCnt="0"/>
      <dgm:spPr/>
    </dgm:pt>
    <dgm:pt modelId="{A5283B1E-A844-4CB9-916A-EEFE169696B8}" type="pres">
      <dgm:prSet presAssocID="{303049FC-26A2-4DD9-9BDD-29A1A6302DEA}" presName="compNode" presStyleCnt="0"/>
      <dgm:spPr/>
    </dgm:pt>
    <dgm:pt modelId="{BC88E895-ECEC-44F6-AAF1-98934B90D318}" type="pres">
      <dgm:prSet presAssocID="{303049FC-26A2-4DD9-9BDD-29A1A6302DEA}" presName="bgRect" presStyleLbl="bgShp" presStyleIdx="2" presStyleCnt="5"/>
      <dgm:spPr/>
    </dgm:pt>
    <dgm:pt modelId="{0FDFE655-4AA7-4456-BA3E-293C54F21027}" type="pres">
      <dgm:prSet presAssocID="{303049FC-26A2-4DD9-9BDD-29A1A6302D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ABF30A8-00F3-4B15-8B89-A167C7C05765}" type="pres">
      <dgm:prSet presAssocID="{303049FC-26A2-4DD9-9BDD-29A1A6302DEA}" presName="spaceRect" presStyleCnt="0"/>
      <dgm:spPr/>
    </dgm:pt>
    <dgm:pt modelId="{489C8E19-BED6-40CF-AF52-436C7C6A8106}" type="pres">
      <dgm:prSet presAssocID="{303049FC-26A2-4DD9-9BDD-29A1A6302DEA}" presName="parTx" presStyleLbl="revTx" presStyleIdx="2" presStyleCnt="5">
        <dgm:presLayoutVars>
          <dgm:chMax val="0"/>
          <dgm:chPref val="0"/>
        </dgm:presLayoutVars>
      </dgm:prSet>
      <dgm:spPr/>
    </dgm:pt>
    <dgm:pt modelId="{78AB46DE-6E71-4D3E-AA10-3616E5D44D0C}" type="pres">
      <dgm:prSet presAssocID="{FB8826E5-4B5F-44F3-A184-A818B6452B3D}" presName="sibTrans" presStyleCnt="0"/>
      <dgm:spPr/>
    </dgm:pt>
    <dgm:pt modelId="{9944CD67-0B5C-4A99-A145-92CC7A0453DE}" type="pres">
      <dgm:prSet presAssocID="{8EF2B993-D80F-4240-8FA6-06D1C264E265}" presName="compNode" presStyleCnt="0"/>
      <dgm:spPr/>
    </dgm:pt>
    <dgm:pt modelId="{BC7DF1F2-C901-447A-A03A-84D1B32B4760}" type="pres">
      <dgm:prSet presAssocID="{8EF2B993-D80F-4240-8FA6-06D1C264E265}" presName="bgRect" presStyleLbl="bgShp" presStyleIdx="3" presStyleCnt="5"/>
      <dgm:spPr/>
    </dgm:pt>
    <dgm:pt modelId="{9167AE8F-CD96-48FE-AF99-8E42E37F6C1D}" type="pres">
      <dgm:prSet presAssocID="{8EF2B993-D80F-4240-8FA6-06D1C264E26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B7E9DBD5-6CC7-4614-99AC-DE0E3F59B827}" type="pres">
      <dgm:prSet presAssocID="{8EF2B993-D80F-4240-8FA6-06D1C264E265}" presName="spaceRect" presStyleCnt="0"/>
      <dgm:spPr/>
    </dgm:pt>
    <dgm:pt modelId="{33195B58-07F3-4C63-AD12-21A6E9FDC030}" type="pres">
      <dgm:prSet presAssocID="{8EF2B993-D80F-4240-8FA6-06D1C264E265}" presName="parTx" presStyleLbl="revTx" presStyleIdx="3" presStyleCnt="5">
        <dgm:presLayoutVars>
          <dgm:chMax val="0"/>
          <dgm:chPref val="0"/>
        </dgm:presLayoutVars>
      </dgm:prSet>
      <dgm:spPr/>
    </dgm:pt>
    <dgm:pt modelId="{23FB4B34-29F3-453F-A024-C326703D44B1}" type="pres">
      <dgm:prSet presAssocID="{EF7D4421-E983-4C81-9AD8-4E51648E118A}" presName="sibTrans" presStyleCnt="0"/>
      <dgm:spPr/>
    </dgm:pt>
    <dgm:pt modelId="{44B01CDE-C6DD-40F5-B86A-B9E288C4CE35}" type="pres">
      <dgm:prSet presAssocID="{411CBC9F-E1CD-4375-862E-35B01759BACA}" presName="compNode" presStyleCnt="0"/>
      <dgm:spPr/>
    </dgm:pt>
    <dgm:pt modelId="{03DF109B-DF61-499D-A7AE-CA1D847C1D24}" type="pres">
      <dgm:prSet presAssocID="{411CBC9F-E1CD-4375-862E-35B01759BACA}" presName="bgRect" presStyleLbl="bgShp" presStyleIdx="4" presStyleCnt="5"/>
      <dgm:spPr/>
    </dgm:pt>
    <dgm:pt modelId="{15FE2D4C-034D-4C79-AF9B-48118F416F3F}" type="pres">
      <dgm:prSet presAssocID="{411CBC9F-E1CD-4375-862E-35B01759BAC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A197F58-41D5-4C95-8D00-F80605EA0788}" type="pres">
      <dgm:prSet presAssocID="{411CBC9F-E1CD-4375-862E-35B01759BACA}" presName="spaceRect" presStyleCnt="0"/>
      <dgm:spPr/>
    </dgm:pt>
    <dgm:pt modelId="{12F5DF30-AC8B-4690-ACFC-38F9E931E5CE}" type="pres">
      <dgm:prSet presAssocID="{411CBC9F-E1CD-4375-862E-35B01759BAC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E136D12-E7B9-4FEC-B9F9-BFA7F7818BFE}" type="presOf" srcId="{95E5EB75-6CA5-40F8-9BEC-C67106BF03C6}" destId="{052597E0-BD94-4588-866F-1235FDB78127}" srcOrd="0" destOrd="0" presId="urn:microsoft.com/office/officeart/2018/2/layout/IconVerticalSolidList"/>
    <dgm:cxn modelId="{56839931-8AD4-4EFF-9679-F3C4CE4BEF86}" type="presOf" srcId="{642A498B-81A4-4BDA-88A2-1D9F673D8C40}" destId="{0B1D8D77-6709-4195-8D7D-878E2C40FC3E}" srcOrd="0" destOrd="0" presId="urn:microsoft.com/office/officeart/2018/2/layout/IconVerticalSolidList"/>
    <dgm:cxn modelId="{C885343D-904F-4A03-8DA3-1A354EBF6942}" srcId="{642A498B-81A4-4BDA-88A2-1D9F673D8C40}" destId="{DBB17372-83AF-4E28-A9CC-D6011E0C0BB8}" srcOrd="0" destOrd="0" parTransId="{A6FCA1C2-5D03-4E00-A366-65F14190C4B0}" sibTransId="{A601653C-2A1E-499B-8904-0F17DC67059D}"/>
    <dgm:cxn modelId="{625F1669-0937-49A3-9554-BEEB26FAD5D9}" srcId="{642A498B-81A4-4BDA-88A2-1D9F673D8C40}" destId="{303049FC-26A2-4DD9-9BDD-29A1A6302DEA}" srcOrd="2" destOrd="0" parTransId="{C6B706B4-334D-4D8F-A826-7B191802ABC2}" sibTransId="{FB8826E5-4B5F-44F3-A184-A818B6452B3D}"/>
    <dgm:cxn modelId="{133B3773-5736-44F9-A244-1FD1B2CE99EE}" type="presOf" srcId="{411CBC9F-E1CD-4375-862E-35B01759BACA}" destId="{12F5DF30-AC8B-4690-ACFC-38F9E931E5CE}" srcOrd="0" destOrd="0" presId="urn:microsoft.com/office/officeart/2018/2/layout/IconVerticalSolidList"/>
    <dgm:cxn modelId="{40786476-3316-4845-8395-7B7F5CD6E0FA}" srcId="{642A498B-81A4-4BDA-88A2-1D9F673D8C40}" destId="{8EF2B993-D80F-4240-8FA6-06D1C264E265}" srcOrd="3" destOrd="0" parTransId="{174ED9B4-2887-4164-AE3A-D6E470F00E42}" sibTransId="{EF7D4421-E983-4C81-9AD8-4E51648E118A}"/>
    <dgm:cxn modelId="{98B7FFAE-7E2D-4DF2-BA9A-E84407400B63}" type="presOf" srcId="{8EF2B993-D80F-4240-8FA6-06D1C264E265}" destId="{33195B58-07F3-4C63-AD12-21A6E9FDC030}" srcOrd="0" destOrd="0" presId="urn:microsoft.com/office/officeart/2018/2/layout/IconVerticalSolidList"/>
    <dgm:cxn modelId="{0504C3B8-DFF8-4E59-9A99-77A38AB9AB73}" srcId="{642A498B-81A4-4BDA-88A2-1D9F673D8C40}" destId="{411CBC9F-E1CD-4375-862E-35B01759BACA}" srcOrd="4" destOrd="0" parTransId="{A1BB9F4A-184A-44C0-A8FA-A9ED38EB7CCB}" sibTransId="{D0314DF9-15AE-47B8-A5E5-0C1B206C9043}"/>
    <dgm:cxn modelId="{96D036C7-0AA7-469F-82E3-D07EEE16A9A7}" type="presOf" srcId="{303049FC-26A2-4DD9-9BDD-29A1A6302DEA}" destId="{489C8E19-BED6-40CF-AF52-436C7C6A8106}" srcOrd="0" destOrd="0" presId="urn:microsoft.com/office/officeart/2018/2/layout/IconVerticalSolidList"/>
    <dgm:cxn modelId="{E5AA69CC-8C8E-403D-8B39-1DDC2B6335DA}" srcId="{642A498B-81A4-4BDA-88A2-1D9F673D8C40}" destId="{95E5EB75-6CA5-40F8-9BEC-C67106BF03C6}" srcOrd="1" destOrd="0" parTransId="{A4AAD43B-FFFA-46BF-8D95-E18D68606792}" sibTransId="{F953D485-B8F9-4B27-B775-3C9474DACFD6}"/>
    <dgm:cxn modelId="{A02C83D2-CAA5-444A-B4ED-56A16E941A41}" type="presOf" srcId="{DBB17372-83AF-4E28-A9CC-D6011E0C0BB8}" destId="{8C5CE511-E128-4246-B67C-A015AD75E874}" srcOrd="0" destOrd="0" presId="urn:microsoft.com/office/officeart/2018/2/layout/IconVerticalSolidList"/>
    <dgm:cxn modelId="{694F7943-CDF9-4084-9F03-E8B06C431571}" type="presParOf" srcId="{0B1D8D77-6709-4195-8D7D-878E2C40FC3E}" destId="{751AAED9-035B-4B17-A113-411AFCD19465}" srcOrd="0" destOrd="0" presId="urn:microsoft.com/office/officeart/2018/2/layout/IconVerticalSolidList"/>
    <dgm:cxn modelId="{760672F7-30DD-4715-BD2D-0A54DC3239BB}" type="presParOf" srcId="{751AAED9-035B-4B17-A113-411AFCD19465}" destId="{51A1D43B-9BA9-4393-87C0-FBFDD7D9E066}" srcOrd="0" destOrd="0" presId="urn:microsoft.com/office/officeart/2018/2/layout/IconVerticalSolidList"/>
    <dgm:cxn modelId="{E941002B-1149-47DF-822A-16B923B04716}" type="presParOf" srcId="{751AAED9-035B-4B17-A113-411AFCD19465}" destId="{BB39DD84-550B-4D34-92A5-127A8DAFB1EF}" srcOrd="1" destOrd="0" presId="urn:microsoft.com/office/officeart/2018/2/layout/IconVerticalSolidList"/>
    <dgm:cxn modelId="{FDFE9F79-3227-4256-98E7-A94BC360BB94}" type="presParOf" srcId="{751AAED9-035B-4B17-A113-411AFCD19465}" destId="{427928CE-ED0F-405A-B6CC-564C896930A7}" srcOrd="2" destOrd="0" presId="urn:microsoft.com/office/officeart/2018/2/layout/IconVerticalSolidList"/>
    <dgm:cxn modelId="{37A3CC9E-7CBE-4E5C-8A52-FA5B6494E53C}" type="presParOf" srcId="{751AAED9-035B-4B17-A113-411AFCD19465}" destId="{8C5CE511-E128-4246-B67C-A015AD75E874}" srcOrd="3" destOrd="0" presId="urn:microsoft.com/office/officeart/2018/2/layout/IconVerticalSolidList"/>
    <dgm:cxn modelId="{4C941724-DF06-4763-8937-9DC0BAECAD86}" type="presParOf" srcId="{0B1D8D77-6709-4195-8D7D-878E2C40FC3E}" destId="{F4D52836-A15D-4B1B-9E16-12381D986632}" srcOrd="1" destOrd="0" presId="urn:microsoft.com/office/officeart/2018/2/layout/IconVerticalSolidList"/>
    <dgm:cxn modelId="{8E7B65F7-98D0-4D4D-9C75-6B8205304F25}" type="presParOf" srcId="{0B1D8D77-6709-4195-8D7D-878E2C40FC3E}" destId="{496332CB-FA17-4C5B-9EFA-F6FD63C3A657}" srcOrd="2" destOrd="0" presId="urn:microsoft.com/office/officeart/2018/2/layout/IconVerticalSolidList"/>
    <dgm:cxn modelId="{8F663E34-1C4C-4313-B67E-568A1E8AB72E}" type="presParOf" srcId="{496332CB-FA17-4C5B-9EFA-F6FD63C3A657}" destId="{71AB67FB-305B-4836-B183-54F98EBBC143}" srcOrd="0" destOrd="0" presId="urn:microsoft.com/office/officeart/2018/2/layout/IconVerticalSolidList"/>
    <dgm:cxn modelId="{8080C21E-828D-44F0-8C8B-11329EFAE625}" type="presParOf" srcId="{496332CB-FA17-4C5B-9EFA-F6FD63C3A657}" destId="{47B0D144-FCFE-4EDE-B447-4C5A9B710182}" srcOrd="1" destOrd="0" presId="urn:microsoft.com/office/officeart/2018/2/layout/IconVerticalSolidList"/>
    <dgm:cxn modelId="{6E1A85E0-C9CE-4DAB-B268-D8759D00CC85}" type="presParOf" srcId="{496332CB-FA17-4C5B-9EFA-F6FD63C3A657}" destId="{99F739F6-755A-4FBE-A0D8-92BE11749055}" srcOrd="2" destOrd="0" presId="urn:microsoft.com/office/officeart/2018/2/layout/IconVerticalSolidList"/>
    <dgm:cxn modelId="{E42F6ABA-D7EB-44E6-B6C1-5C5998D8D62E}" type="presParOf" srcId="{496332CB-FA17-4C5B-9EFA-F6FD63C3A657}" destId="{052597E0-BD94-4588-866F-1235FDB78127}" srcOrd="3" destOrd="0" presId="urn:microsoft.com/office/officeart/2018/2/layout/IconVerticalSolidList"/>
    <dgm:cxn modelId="{F76534B3-E31E-4C80-94EE-A635C0412C7C}" type="presParOf" srcId="{0B1D8D77-6709-4195-8D7D-878E2C40FC3E}" destId="{C2158564-C920-4F54-8551-0D5D1B344454}" srcOrd="3" destOrd="0" presId="urn:microsoft.com/office/officeart/2018/2/layout/IconVerticalSolidList"/>
    <dgm:cxn modelId="{B0DB0440-6247-40AB-9CBE-2295934B2533}" type="presParOf" srcId="{0B1D8D77-6709-4195-8D7D-878E2C40FC3E}" destId="{A5283B1E-A844-4CB9-916A-EEFE169696B8}" srcOrd="4" destOrd="0" presId="urn:microsoft.com/office/officeart/2018/2/layout/IconVerticalSolidList"/>
    <dgm:cxn modelId="{384F3929-A3D6-4C26-892C-73B8E8B8991B}" type="presParOf" srcId="{A5283B1E-A844-4CB9-916A-EEFE169696B8}" destId="{BC88E895-ECEC-44F6-AAF1-98934B90D318}" srcOrd="0" destOrd="0" presId="urn:microsoft.com/office/officeart/2018/2/layout/IconVerticalSolidList"/>
    <dgm:cxn modelId="{21041514-40F4-4A24-8F10-EBAF1A0B589F}" type="presParOf" srcId="{A5283B1E-A844-4CB9-916A-EEFE169696B8}" destId="{0FDFE655-4AA7-4456-BA3E-293C54F21027}" srcOrd="1" destOrd="0" presId="urn:microsoft.com/office/officeart/2018/2/layout/IconVerticalSolidList"/>
    <dgm:cxn modelId="{74DAC346-77F2-4617-8815-9271BA2F54BE}" type="presParOf" srcId="{A5283B1E-A844-4CB9-916A-EEFE169696B8}" destId="{EABF30A8-00F3-4B15-8B89-A167C7C05765}" srcOrd="2" destOrd="0" presId="urn:microsoft.com/office/officeart/2018/2/layout/IconVerticalSolidList"/>
    <dgm:cxn modelId="{F6F43CD3-3C14-4C87-ADFF-411DE8F841B4}" type="presParOf" srcId="{A5283B1E-A844-4CB9-916A-EEFE169696B8}" destId="{489C8E19-BED6-40CF-AF52-436C7C6A8106}" srcOrd="3" destOrd="0" presId="urn:microsoft.com/office/officeart/2018/2/layout/IconVerticalSolidList"/>
    <dgm:cxn modelId="{8A42A806-725D-4DEA-9B7E-A09C2CF05DDC}" type="presParOf" srcId="{0B1D8D77-6709-4195-8D7D-878E2C40FC3E}" destId="{78AB46DE-6E71-4D3E-AA10-3616E5D44D0C}" srcOrd="5" destOrd="0" presId="urn:microsoft.com/office/officeart/2018/2/layout/IconVerticalSolidList"/>
    <dgm:cxn modelId="{A723C717-0F2C-47D5-A5F6-A4EE12D2497C}" type="presParOf" srcId="{0B1D8D77-6709-4195-8D7D-878E2C40FC3E}" destId="{9944CD67-0B5C-4A99-A145-92CC7A0453DE}" srcOrd="6" destOrd="0" presId="urn:microsoft.com/office/officeart/2018/2/layout/IconVerticalSolidList"/>
    <dgm:cxn modelId="{2E251B32-A9A2-449A-A92E-18B85ADCB7DE}" type="presParOf" srcId="{9944CD67-0B5C-4A99-A145-92CC7A0453DE}" destId="{BC7DF1F2-C901-447A-A03A-84D1B32B4760}" srcOrd="0" destOrd="0" presId="urn:microsoft.com/office/officeart/2018/2/layout/IconVerticalSolidList"/>
    <dgm:cxn modelId="{9B4E87C5-82B7-4EE0-B638-A30136DF6CA9}" type="presParOf" srcId="{9944CD67-0B5C-4A99-A145-92CC7A0453DE}" destId="{9167AE8F-CD96-48FE-AF99-8E42E37F6C1D}" srcOrd="1" destOrd="0" presId="urn:microsoft.com/office/officeart/2018/2/layout/IconVerticalSolidList"/>
    <dgm:cxn modelId="{09DFAE78-237B-4986-A14E-BF46578B25CB}" type="presParOf" srcId="{9944CD67-0B5C-4A99-A145-92CC7A0453DE}" destId="{B7E9DBD5-6CC7-4614-99AC-DE0E3F59B827}" srcOrd="2" destOrd="0" presId="urn:microsoft.com/office/officeart/2018/2/layout/IconVerticalSolidList"/>
    <dgm:cxn modelId="{69692DDC-D7B2-4EE2-BF6B-30BC67D9F2A7}" type="presParOf" srcId="{9944CD67-0B5C-4A99-A145-92CC7A0453DE}" destId="{33195B58-07F3-4C63-AD12-21A6E9FDC030}" srcOrd="3" destOrd="0" presId="urn:microsoft.com/office/officeart/2018/2/layout/IconVerticalSolidList"/>
    <dgm:cxn modelId="{AA80A310-BFA8-4D72-A494-8C7C8CCECADE}" type="presParOf" srcId="{0B1D8D77-6709-4195-8D7D-878E2C40FC3E}" destId="{23FB4B34-29F3-453F-A024-C326703D44B1}" srcOrd="7" destOrd="0" presId="urn:microsoft.com/office/officeart/2018/2/layout/IconVerticalSolidList"/>
    <dgm:cxn modelId="{1D92B175-D5B7-4715-A833-709BB882ACF5}" type="presParOf" srcId="{0B1D8D77-6709-4195-8D7D-878E2C40FC3E}" destId="{44B01CDE-C6DD-40F5-B86A-B9E288C4CE35}" srcOrd="8" destOrd="0" presId="urn:microsoft.com/office/officeart/2018/2/layout/IconVerticalSolidList"/>
    <dgm:cxn modelId="{6841B7BF-8F0E-49C5-9067-8811CBCE009D}" type="presParOf" srcId="{44B01CDE-C6DD-40F5-B86A-B9E288C4CE35}" destId="{03DF109B-DF61-499D-A7AE-CA1D847C1D24}" srcOrd="0" destOrd="0" presId="urn:microsoft.com/office/officeart/2018/2/layout/IconVerticalSolidList"/>
    <dgm:cxn modelId="{BA058141-0853-4DEC-A3B5-83D009329BE2}" type="presParOf" srcId="{44B01CDE-C6DD-40F5-B86A-B9E288C4CE35}" destId="{15FE2D4C-034D-4C79-AF9B-48118F416F3F}" srcOrd="1" destOrd="0" presId="urn:microsoft.com/office/officeart/2018/2/layout/IconVerticalSolidList"/>
    <dgm:cxn modelId="{B9642471-410C-4978-93E0-3FBCA58AF3F2}" type="presParOf" srcId="{44B01CDE-C6DD-40F5-B86A-B9E288C4CE35}" destId="{5A197F58-41D5-4C95-8D00-F80605EA0788}" srcOrd="2" destOrd="0" presId="urn:microsoft.com/office/officeart/2018/2/layout/IconVerticalSolidList"/>
    <dgm:cxn modelId="{2ECBAA22-0356-46AC-815B-E7D895A32BFB}" type="presParOf" srcId="{44B01CDE-C6DD-40F5-B86A-B9E288C4CE35}" destId="{12F5DF30-AC8B-4690-ACFC-38F9E931E5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72937B-CACE-4F95-A80B-D0C7EA24B8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1ADBE8-CFDA-4574-BE39-F4F157517954}">
      <dgm:prSet/>
      <dgm:spPr/>
      <dgm:t>
        <a:bodyPr/>
        <a:lstStyle/>
        <a:p>
          <a:r>
            <a:rPr lang="en-IN" b="1" dirty="0"/>
            <a:t>Frontend:</a:t>
          </a:r>
          <a:r>
            <a:rPr lang="en-IN" dirty="0"/>
            <a:t> React, TypeScript, Tailwind CSS, HTML5, CSS3, Vite</a:t>
          </a:r>
          <a:endParaRPr lang="en-US" dirty="0"/>
        </a:p>
      </dgm:t>
    </dgm:pt>
    <dgm:pt modelId="{519177C8-92D1-456E-B052-31CA37701A85}" type="parTrans" cxnId="{3B32355D-9895-4BCD-B8E8-1F0EBE62150D}">
      <dgm:prSet/>
      <dgm:spPr/>
      <dgm:t>
        <a:bodyPr/>
        <a:lstStyle/>
        <a:p>
          <a:endParaRPr lang="en-US"/>
        </a:p>
      </dgm:t>
    </dgm:pt>
    <dgm:pt modelId="{0ED2B1D3-B5CE-442C-AB48-78693DF924FD}" type="sibTrans" cxnId="{3B32355D-9895-4BCD-B8E8-1F0EBE62150D}">
      <dgm:prSet/>
      <dgm:spPr/>
      <dgm:t>
        <a:bodyPr/>
        <a:lstStyle/>
        <a:p>
          <a:endParaRPr lang="en-US"/>
        </a:p>
      </dgm:t>
    </dgm:pt>
    <dgm:pt modelId="{72E3A69D-B139-47FC-875C-1C6270855C84}">
      <dgm:prSet/>
      <dgm:spPr/>
      <dgm:t>
        <a:bodyPr/>
        <a:lstStyle/>
        <a:p>
          <a:r>
            <a:rPr lang="en-IN" b="1" dirty="0"/>
            <a:t>Backend:</a:t>
          </a:r>
          <a:r>
            <a:rPr lang="en-IN" dirty="0"/>
            <a:t> Node.js, Express.js, TypeScript, Axios, REST APIs </a:t>
          </a:r>
          <a:endParaRPr lang="en-US" dirty="0"/>
        </a:p>
      </dgm:t>
    </dgm:pt>
    <dgm:pt modelId="{0CA64E39-35AE-4284-9A1A-F7A4B2BA0E23}" type="parTrans" cxnId="{F90B65C6-2FA0-4D4A-A896-636A1688D358}">
      <dgm:prSet/>
      <dgm:spPr/>
      <dgm:t>
        <a:bodyPr/>
        <a:lstStyle/>
        <a:p>
          <a:endParaRPr lang="en-US"/>
        </a:p>
      </dgm:t>
    </dgm:pt>
    <dgm:pt modelId="{9A811637-B51C-4076-9C32-F401A07B117B}" type="sibTrans" cxnId="{F90B65C6-2FA0-4D4A-A896-636A1688D358}">
      <dgm:prSet/>
      <dgm:spPr/>
      <dgm:t>
        <a:bodyPr/>
        <a:lstStyle/>
        <a:p>
          <a:endParaRPr lang="en-US"/>
        </a:p>
      </dgm:t>
    </dgm:pt>
    <dgm:pt modelId="{12FB3C00-FA40-41E4-AEFC-304885CF3986}">
      <dgm:prSet/>
      <dgm:spPr/>
      <dgm:t>
        <a:bodyPr/>
        <a:lstStyle/>
        <a:p>
          <a:r>
            <a:rPr lang="en-IN" b="1"/>
            <a:t>Database:</a:t>
          </a:r>
          <a:r>
            <a:rPr lang="en-IN"/>
            <a:t> PostgreSQL, SQL Queries</a:t>
          </a:r>
          <a:endParaRPr lang="en-US"/>
        </a:p>
      </dgm:t>
    </dgm:pt>
    <dgm:pt modelId="{5927A4CF-1BF7-49D9-B7A6-C8A678BE0DA0}" type="parTrans" cxnId="{02B0C78D-E9FE-4847-B381-03906B71CC19}">
      <dgm:prSet/>
      <dgm:spPr/>
      <dgm:t>
        <a:bodyPr/>
        <a:lstStyle/>
        <a:p>
          <a:endParaRPr lang="en-US"/>
        </a:p>
      </dgm:t>
    </dgm:pt>
    <dgm:pt modelId="{EEA6E3B3-4496-4A9D-B27B-A2346D19C301}" type="sibTrans" cxnId="{02B0C78D-E9FE-4847-B381-03906B71CC19}">
      <dgm:prSet/>
      <dgm:spPr/>
      <dgm:t>
        <a:bodyPr/>
        <a:lstStyle/>
        <a:p>
          <a:endParaRPr lang="en-US"/>
        </a:p>
      </dgm:t>
    </dgm:pt>
    <dgm:pt modelId="{F72E4690-E81B-4488-9656-84A98DAB0DF4}">
      <dgm:prSet/>
      <dgm:spPr/>
      <dgm:t>
        <a:bodyPr/>
        <a:lstStyle/>
        <a:p>
          <a:r>
            <a:rPr lang="en-IN" b="1" dirty="0"/>
            <a:t>AI Integration:</a:t>
          </a:r>
          <a:r>
            <a:rPr lang="en-IN" dirty="0"/>
            <a:t> OpenAI GPT Models, NLP Engine, Contextual Chat Processing </a:t>
          </a:r>
          <a:endParaRPr lang="en-US" dirty="0"/>
        </a:p>
      </dgm:t>
    </dgm:pt>
    <dgm:pt modelId="{CC97F2F9-1CE2-49E9-94AA-8D2005989BB1}" type="parTrans" cxnId="{7163A1D2-0758-4B1C-8A0E-68FFDBDF8951}">
      <dgm:prSet/>
      <dgm:spPr/>
      <dgm:t>
        <a:bodyPr/>
        <a:lstStyle/>
        <a:p>
          <a:endParaRPr lang="en-US"/>
        </a:p>
      </dgm:t>
    </dgm:pt>
    <dgm:pt modelId="{B3C3226E-7714-4C2A-B658-7764B42D7F25}" type="sibTrans" cxnId="{7163A1D2-0758-4B1C-8A0E-68FFDBDF8951}">
      <dgm:prSet/>
      <dgm:spPr/>
      <dgm:t>
        <a:bodyPr/>
        <a:lstStyle/>
        <a:p>
          <a:endParaRPr lang="en-US"/>
        </a:p>
      </dgm:t>
    </dgm:pt>
    <dgm:pt modelId="{07A373B7-F475-43FD-BFB9-3C4D14BB69D1}">
      <dgm:prSet/>
      <dgm:spPr/>
      <dgm:t>
        <a:bodyPr/>
        <a:lstStyle/>
        <a:p>
          <a:r>
            <a:rPr lang="en-IN" b="1"/>
            <a:t>Authentication:</a:t>
          </a:r>
          <a:r>
            <a:rPr lang="en-IN"/>
            <a:t> PostgreSQL (Supabase) Auth, JWT Tokens, Session Management </a:t>
          </a:r>
          <a:endParaRPr lang="en-US"/>
        </a:p>
      </dgm:t>
    </dgm:pt>
    <dgm:pt modelId="{54BFEA9D-A915-4E1F-8E35-47A9970C5257}" type="parTrans" cxnId="{89261561-B961-4645-9E0D-A9D3A1F95857}">
      <dgm:prSet/>
      <dgm:spPr/>
      <dgm:t>
        <a:bodyPr/>
        <a:lstStyle/>
        <a:p>
          <a:endParaRPr lang="en-US"/>
        </a:p>
      </dgm:t>
    </dgm:pt>
    <dgm:pt modelId="{86557EED-DC53-47CE-889F-80F3D417E8BB}" type="sibTrans" cxnId="{89261561-B961-4645-9E0D-A9D3A1F95857}">
      <dgm:prSet/>
      <dgm:spPr/>
      <dgm:t>
        <a:bodyPr/>
        <a:lstStyle/>
        <a:p>
          <a:endParaRPr lang="en-US"/>
        </a:p>
      </dgm:t>
    </dgm:pt>
    <dgm:pt modelId="{134498FA-E442-467E-9F1E-DC7E957E34B3}">
      <dgm:prSet/>
      <dgm:spPr/>
      <dgm:t>
        <a:bodyPr/>
        <a:lstStyle/>
        <a:p>
          <a:r>
            <a:rPr lang="en-IN" b="1"/>
            <a:t>Data Analytics:</a:t>
          </a:r>
          <a:r>
            <a:rPr lang="en-IN"/>
            <a:t> Custom SQL Queries, PostgreSQL (Supabase) Analytics</a:t>
          </a:r>
          <a:endParaRPr lang="en-US"/>
        </a:p>
      </dgm:t>
    </dgm:pt>
    <dgm:pt modelId="{04DE6B46-FF10-4B59-891D-E7D050DAC2BE}" type="parTrans" cxnId="{40DABB27-C104-4F17-9DB1-74156DC87689}">
      <dgm:prSet/>
      <dgm:spPr/>
      <dgm:t>
        <a:bodyPr/>
        <a:lstStyle/>
        <a:p>
          <a:endParaRPr lang="en-US"/>
        </a:p>
      </dgm:t>
    </dgm:pt>
    <dgm:pt modelId="{87495EE6-A513-4CB6-9CC2-2F4BE95738D3}" type="sibTrans" cxnId="{40DABB27-C104-4F17-9DB1-74156DC87689}">
      <dgm:prSet/>
      <dgm:spPr/>
      <dgm:t>
        <a:bodyPr/>
        <a:lstStyle/>
        <a:p>
          <a:endParaRPr lang="en-US"/>
        </a:p>
      </dgm:t>
    </dgm:pt>
    <dgm:pt modelId="{84DBBB02-E8AD-4919-9AE1-0879442424EA}">
      <dgm:prSet/>
      <dgm:spPr/>
      <dgm:t>
        <a:bodyPr/>
        <a:lstStyle/>
        <a:p>
          <a:r>
            <a:rPr lang="en-IN" b="1"/>
            <a:t>Deployment / DevOps:</a:t>
          </a:r>
          <a:r>
            <a:rPr lang="en-IN"/>
            <a:t> Vercel, Netlify, GitHub, CI/CD</a:t>
          </a:r>
          <a:endParaRPr lang="en-US"/>
        </a:p>
      </dgm:t>
    </dgm:pt>
    <dgm:pt modelId="{8E1FB614-0979-4949-9587-37FDA7F42B3B}" type="parTrans" cxnId="{CA41B525-D143-4611-8179-D3F20D0A54AF}">
      <dgm:prSet/>
      <dgm:spPr/>
      <dgm:t>
        <a:bodyPr/>
        <a:lstStyle/>
        <a:p>
          <a:endParaRPr lang="en-US"/>
        </a:p>
      </dgm:t>
    </dgm:pt>
    <dgm:pt modelId="{9D6559AD-1F96-442E-A9A8-693DB4AFA0AF}" type="sibTrans" cxnId="{CA41B525-D143-4611-8179-D3F20D0A54AF}">
      <dgm:prSet/>
      <dgm:spPr/>
      <dgm:t>
        <a:bodyPr/>
        <a:lstStyle/>
        <a:p>
          <a:endParaRPr lang="en-US"/>
        </a:p>
      </dgm:t>
    </dgm:pt>
    <dgm:pt modelId="{16A3A335-95D5-46FE-A875-83EEFC99A4C1}">
      <dgm:prSet/>
      <dgm:spPr/>
      <dgm:t>
        <a:bodyPr/>
        <a:lstStyle/>
        <a:p>
          <a:r>
            <a:rPr lang="en-IN" b="1" dirty="0"/>
            <a:t>Security:</a:t>
          </a:r>
          <a:r>
            <a:rPr lang="en-IN" dirty="0"/>
            <a:t> </a:t>
          </a:r>
          <a:r>
            <a:rPr lang="en-US" dirty="0"/>
            <a:t>Data Encryption, HIPAA Compliance, Access Control, Secure API Endpoints, Regular Security Audits, Anonymization of Patient Data</a:t>
          </a:r>
        </a:p>
      </dgm:t>
    </dgm:pt>
    <dgm:pt modelId="{3F4F9F32-6822-4E07-9AA1-F7CA21F8D958}" type="parTrans" cxnId="{91CE6AEF-9004-4A4D-AB50-034346564376}">
      <dgm:prSet/>
      <dgm:spPr/>
      <dgm:t>
        <a:bodyPr/>
        <a:lstStyle/>
        <a:p>
          <a:endParaRPr lang="en-US"/>
        </a:p>
      </dgm:t>
    </dgm:pt>
    <dgm:pt modelId="{BFA0A7B7-496B-4491-AA6A-C84C4CEFE217}" type="sibTrans" cxnId="{91CE6AEF-9004-4A4D-AB50-034346564376}">
      <dgm:prSet/>
      <dgm:spPr/>
      <dgm:t>
        <a:bodyPr/>
        <a:lstStyle/>
        <a:p>
          <a:endParaRPr lang="en-US"/>
        </a:p>
      </dgm:t>
    </dgm:pt>
    <dgm:pt modelId="{BC26D3A3-F388-48CD-8378-27B1E54CC759}">
      <dgm:prSet/>
      <dgm:spPr/>
      <dgm:t>
        <a:bodyPr/>
        <a:lstStyle/>
        <a:p>
          <a:r>
            <a:rPr lang="en-IN" b="1" dirty="0"/>
            <a:t>Testing &amp; Debugging:</a:t>
          </a:r>
          <a:r>
            <a:rPr lang="en-IN" dirty="0"/>
            <a:t> Unit Testing for NLP Models, Integration Testing for API Endpoints, Debugging Tools for Chatbot Conversations, Performance Testing for Scalability, User Acceptance Testing (UAT) for Clinical Validation</a:t>
          </a:r>
          <a:endParaRPr lang="en-US" dirty="0"/>
        </a:p>
      </dgm:t>
    </dgm:pt>
    <dgm:pt modelId="{487E1475-624E-4363-90FD-29274840C802}" type="parTrans" cxnId="{E7869D50-569D-4300-A052-E34ECF266A54}">
      <dgm:prSet/>
      <dgm:spPr/>
      <dgm:t>
        <a:bodyPr/>
        <a:lstStyle/>
        <a:p>
          <a:endParaRPr lang="en-US"/>
        </a:p>
      </dgm:t>
    </dgm:pt>
    <dgm:pt modelId="{857798C4-22D1-4EED-893F-60CD584384D4}" type="sibTrans" cxnId="{E7869D50-569D-4300-A052-E34ECF266A54}">
      <dgm:prSet/>
      <dgm:spPr/>
      <dgm:t>
        <a:bodyPr/>
        <a:lstStyle/>
        <a:p>
          <a:endParaRPr lang="en-US"/>
        </a:p>
      </dgm:t>
    </dgm:pt>
    <dgm:pt modelId="{127C71B9-D0C9-44E8-8539-3822FFFB1A14}" type="pres">
      <dgm:prSet presAssocID="{3272937B-CACE-4F95-A80B-D0C7EA24B8FB}" presName="vert0" presStyleCnt="0">
        <dgm:presLayoutVars>
          <dgm:dir/>
          <dgm:animOne val="branch"/>
          <dgm:animLvl val="lvl"/>
        </dgm:presLayoutVars>
      </dgm:prSet>
      <dgm:spPr/>
    </dgm:pt>
    <dgm:pt modelId="{A28745DD-B5F1-4D3E-9B31-4CC2734B34C3}" type="pres">
      <dgm:prSet presAssocID="{2D1ADBE8-CFDA-4574-BE39-F4F157517954}" presName="thickLine" presStyleLbl="alignNode1" presStyleIdx="0" presStyleCnt="9"/>
      <dgm:spPr/>
    </dgm:pt>
    <dgm:pt modelId="{CCDE7E53-31BA-423F-ACC6-3F95DF9C50F1}" type="pres">
      <dgm:prSet presAssocID="{2D1ADBE8-CFDA-4574-BE39-F4F157517954}" presName="horz1" presStyleCnt="0"/>
      <dgm:spPr/>
    </dgm:pt>
    <dgm:pt modelId="{ACE5FD19-01AA-466F-839C-F853FE7EAABE}" type="pres">
      <dgm:prSet presAssocID="{2D1ADBE8-CFDA-4574-BE39-F4F157517954}" presName="tx1" presStyleLbl="revTx" presStyleIdx="0" presStyleCnt="9"/>
      <dgm:spPr/>
    </dgm:pt>
    <dgm:pt modelId="{779CC1DF-1E04-4DA2-8739-C122FF8F5C5A}" type="pres">
      <dgm:prSet presAssocID="{2D1ADBE8-CFDA-4574-BE39-F4F157517954}" presName="vert1" presStyleCnt="0"/>
      <dgm:spPr/>
    </dgm:pt>
    <dgm:pt modelId="{0461CBFB-5399-40FD-9411-1EE9C4A61002}" type="pres">
      <dgm:prSet presAssocID="{72E3A69D-B139-47FC-875C-1C6270855C84}" presName="thickLine" presStyleLbl="alignNode1" presStyleIdx="1" presStyleCnt="9"/>
      <dgm:spPr/>
    </dgm:pt>
    <dgm:pt modelId="{3BC7E279-1870-4295-B0B9-C7C4E933F37D}" type="pres">
      <dgm:prSet presAssocID="{72E3A69D-B139-47FC-875C-1C6270855C84}" presName="horz1" presStyleCnt="0"/>
      <dgm:spPr/>
    </dgm:pt>
    <dgm:pt modelId="{05C97E95-095C-4824-95C1-507873EF0425}" type="pres">
      <dgm:prSet presAssocID="{72E3A69D-B139-47FC-875C-1C6270855C84}" presName="tx1" presStyleLbl="revTx" presStyleIdx="1" presStyleCnt="9"/>
      <dgm:spPr/>
    </dgm:pt>
    <dgm:pt modelId="{421A30D4-C002-48C6-90CD-10B11CBE5D01}" type="pres">
      <dgm:prSet presAssocID="{72E3A69D-B139-47FC-875C-1C6270855C84}" presName="vert1" presStyleCnt="0"/>
      <dgm:spPr/>
    </dgm:pt>
    <dgm:pt modelId="{BDAAE451-A530-43A5-9922-9D627EBC28FB}" type="pres">
      <dgm:prSet presAssocID="{12FB3C00-FA40-41E4-AEFC-304885CF3986}" presName="thickLine" presStyleLbl="alignNode1" presStyleIdx="2" presStyleCnt="9"/>
      <dgm:spPr/>
    </dgm:pt>
    <dgm:pt modelId="{16096CCB-99E5-4CA3-9410-67E5C9793270}" type="pres">
      <dgm:prSet presAssocID="{12FB3C00-FA40-41E4-AEFC-304885CF3986}" presName="horz1" presStyleCnt="0"/>
      <dgm:spPr/>
    </dgm:pt>
    <dgm:pt modelId="{2557EF15-95A9-4E38-8A26-CDFDAD3ACAD1}" type="pres">
      <dgm:prSet presAssocID="{12FB3C00-FA40-41E4-AEFC-304885CF3986}" presName="tx1" presStyleLbl="revTx" presStyleIdx="2" presStyleCnt="9"/>
      <dgm:spPr/>
    </dgm:pt>
    <dgm:pt modelId="{B4947BC7-0BE7-4A36-B8D0-817ECD98015C}" type="pres">
      <dgm:prSet presAssocID="{12FB3C00-FA40-41E4-AEFC-304885CF3986}" presName="vert1" presStyleCnt="0"/>
      <dgm:spPr/>
    </dgm:pt>
    <dgm:pt modelId="{CC01F2C3-8722-4F77-837D-3338C2206EF7}" type="pres">
      <dgm:prSet presAssocID="{F72E4690-E81B-4488-9656-84A98DAB0DF4}" presName="thickLine" presStyleLbl="alignNode1" presStyleIdx="3" presStyleCnt="9"/>
      <dgm:spPr/>
    </dgm:pt>
    <dgm:pt modelId="{A2D538A4-9B25-4EE5-9807-4CC61C0E23B3}" type="pres">
      <dgm:prSet presAssocID="{F72E4690-E81B-4488-9656-84A98DAB0DF4}" presName="horz1" presStyleCnt="0"/>
      <dgm:spPr/>
    </dgm:pt>
    <dgm:pt modelId="{AC71E10E-3EE9-4E1F-9897-F5623810BE52}" type="pres">
      <dgm:prSet presAssocID="{F72E4690-E81B-4488-9656-84A98DAB0DF4}" presName="tx1" presStyleLbl="revTx" presStyleIdx="3" presStyleCnt="9"/>
      <dgm:spPr/>
    </dgm:pt>
    <dgm:pt modelId="{D41AE0F2-01CE-4CE1-BEA2-1B73143D1502}" type="pres">
      <dgm:prSet presAssocID="{F72E4690-E81B-4488-9656-84A98DAB0DF4}" presName="vert1" presStyleCnt="0"/>
      <dgm:spPr/>
    </dgm:pt>
    <dgm:pt modelId="{BB61D9FD-A2C0-4C85-8899-9F5338D09C8E}" type="pres">
      <dgm:prSet presAssocID="{07A373B7-F475-43FD-BFB9-3C4D14BB69D1}" presName="thickLine" presStyleLbl="alignNode1" presStyleIdx="4" presStyleCnt="9"/>
      <dgm:spPr/>
    </dgm:pt>
    <dgm:pt modelId="{4004A4BC-67E2-40A9-B308-F41376B0EB1F}" type="pres">
      <dgm:prSet presAssocID="{07A373B7-F475-43FD-BFB9-3C4D14BB69D1}" presName="horz1" presStyleCnt="0"/>
      <dgm:spPr/>
    </dgm:pt>
    <dgm:pt modelId="{C8C1C62D-CFB4-49ED-82DA-05942746B896}" type="pres">
      <dgm:prSet presAssocID="{07A373B7-F475-43FD-BFB9-3C4D14BB69D1}" presName="tx1" presStyleLbl="revTx" presStyleIdx="4" presStyleCnt="9"/>
      <dgm:spPr/>
    </dgm:pt>
    <dgm:pt modelId="{95B9B3D3-E44B-4B09-92C8-365325280213}" type="pres">
      <dgm:prSet presAssocID="{07A373B7-F475-43FD-BFB9-3C4D14BB69D1}" presName="vert1" presStyleCnt="0"/>
      <dgm:spPr/>
    </dgm:pt>
    <dgm:pt modelId="{6BCFDB4E-8BFA-41AB-99C6-DEA42778EFEC}" type="pres">
      <dgm:prSet presAssocID="{134498FA-E442-467E-9F1E-DC7E957E34B3}" presName="thickLine" presStyleLbl="alignNode1" presStyleIdx="5" presStyleCnt="9"/>
      <dgm:spPr/>
    </dgm:pt>
    <dgm:pt modelId="{C2183A96-0668-4CE5-BFC5-4EF63CD293DC}" type="pres">
      <dgm:prSet presAssocID="{134498FA-E442-467E-9F1E-DC7E957E34B3}" presName="horz1" presStyleCnt="0"/>
      <dgm:spPr/>
    </dgm:pt>
    <dgm:pt modelId="{5A212D25-7B5B-4D69-BF21-1DB38225BE8A}" type="pres">
      <dgm:prSet presAssocID="{134498FA-E442-467E-9F1E-DC7E957E34B3}" presName="tx1" presStyleLbl="revTx" presStyleIdx="5" presStyleCnt="9"/>
      <dgm:spPr/>
    </dgm:pt>
    <dgm:pt modelId="{4BDA0D4A-5210-4B9D-A49C-839D8C681437}" type="pres">
      <dgm:prSet presAssocID="{134498FA-E442-467E-9F1E-DC7E957E34B3}" presName="vert1" presStyleCnt="0"/>
      <dgm:spPr/>
    </dgm:pt>
    <dgm:pt modelId="{A11005D0-DCD2-4E00-B4ED-C79C470AF941}" type="pres">
      <dgm:prSet presAssocID="{84DBBB02-E8AD-4919-9AE1-0879442424EA}" presName="thickLine" presStyleLbl="alignNode1" presStyleIdx="6" presStyleCnt="9"/>
      <dgm:spPr/>
    </dgm:pt>
    <dgm:pt modelId="{8B19CCEF-9C3A-4286-ABB2-368264B2C287}" type="pres">
      <dgm:prSet presAssocID="{84DBBB02-E8AD-4919-9AE1-0879442424EA}" presName="horz1" presStyleCnt="0"/>
      <dgm:spPr/>
    </dgm:pt>
    <dgm:pt modelId="{260C2112-B968-4CFD-BDB9-76AF2F2B32B0}" type="pres">
      <dgm:prSet presAssocID="{84DBBB02-E8AD-4919-9AE1-0879442424EA}" presName="tx1" presStyleLbl="revTx" presStyleIdx="6" presStyleCnt="9"/>
      <dgm:spPr/>
    </dgm:pt>
    <dgm:pt modelId="{8D2AD0CD-AB3A-407E-A1B5-EE4414DC5407}" type="pres">
      <dgm:prSet presAssocID="{84DBBB02-E8AD-4919-9AE1-0879442424EA}" presName="vert1" presStyleCnt="0"/>
      <dgm:spPr/>
    </dgm:pt>
    <dgm:pt modelId="{596EBE82-CAA6-4B93-9A7A-C5AFFF3525A1}" type="pres">
      <dgm:prSet presAssocID="{16A3A335-95D5-46FE-A875-83EEFC99A4C1}" presName="thickLine" presStyleLbl="alignNode1" presStyleIdx="7" presStyleCnt="9"/>
      <dgm:spPr/>
    </dgm:pt>
    <dgm:pt modelId="{7B9CF844-59B1-42CB-99DE-46531468C7DA}" type="pres">
      <dgm:prSet presAssocID="{16A3A335-95D5-46FE-A875-83EEFC99A4C1}" presName="horz1" presStyleCnt="0"/>
      <dgm:spPr/>
    </dgm:pt>
    <dgm:pt modelId="{2038A711-7365-4E28-8030-39B1B2C84F8C}" type="pres">
      <dgm:prSet presAssocID="{16A3A335-95D5-46FE-A875-83EEFC99A4C1}" presName="tx1" presStyleLbl="revTx" presStyleIdx="7" presStyleCnt="9"/>
      <dgm:spPr/>
    </dgm:pt>
    <dgm:pt modelId="{6124249B-C678-4E1E-AAC7-21C125E06BFA}" type="pres">
      <dgm:prSet presAssocID="{16A3A335-95D5-46FE-A875-83EEFC99A4C1}" presName="vert1" presStyleCnt="0"/>
      <dgm:spPr/>
    </dgm:pt>
    <dgm:pt modelId="{D43D9870-75BA-43C6-B528-26D4EB043914}" type="pres">
      <dgm:prSet presAssocID="{BC26D3A3-F388-48CD-8378-27B1E54CC759}" presName="thickLine" presStyleLbl="alignNode1" presStyleIdx="8" presStyleCnt="9"/>
      <dgm:spPr/>
    </dgm:pt>
    <dgm:pt modelId="{29F28AD3-A89F-45E9-BFCE-0A94D68E5F90}" type="pres">
      <dgm:prSet presAssocID="{BC26D3A3-F388-48CD-8378-27B1E54CC759}" presName="horz1" presStyleCnt="0"/>
      <dgm:spPr/>
    </dgm:pt>
    <dgm:pt modelId="{A8855B70-8CC6-47CC-8BC2-D8B177915A40}" type="pres">
      <dgm:prSet presAssocID="{BC26D3A3-F388-48CD-8378-27B1E54CC759}" presName="tx1" presStyleLbl="revTx" presStyleIdx="8" presStyleCnt="9"/>
      <dgm:spPr/>
    </dgm:pt>
    <dgm:pt modelId="{E29CBA33-B514-4C0F-8539-BFFC5E3672D2}" type="pres">
      <dgm:prSet presAssocID="{BC26D3A3-F388-48CD-8378-27B1E54CC759}" presName="vert1" presStyleCnt="0"/>
      <dgm:spPr/>
    </dgm:pt>
  </dgm:ptLst>
  <dgm:cxnLst>
    <dgm:cxn modelId="{CA41B525-D143-4611-8179-D3F20D0A54AF}" srcId="{3272937B-CACE-4F95-A80B-D0C7EA24B8FB}" destId="{84DBBB02-E8AD-4919-9AE1-0879442424EA}" srcOrd="6" destOrd="0" parTransId="{8E1FB614-0979-4949-9587-37FDA7F42B3B}" sibTransId="{9D6559AD-1F96-442E-A9A8-693DB4AFA0AF}"/>
    <dgm:cxn modelId="{40DABB27-C104-4F17-9DB1-74156DC87689}" srcId="{3272937B-CACE-4F95-A80B-D0C7EA24B8FB}" destId="{134498FA-E442-467E-9F1E-DC7E957E34B3}" srcOrd="5" destOrd="0" parTransId="{04DE6B46-FF10-4B59-891D-E7D050DAC2BE}" sibTransId="{87495EE6-A513-4CB6-9CC2-2F4BE95738D3}"/>
    <dgm:cxn modelId="{A650103A-C07B-48B1-A1F9-47BD49AFD0E2}" type="presOf" srcId="{72E3A69D-B139-47FC-875C-1C6270855C84}" destId="{05C97E95-095C-4824-95C1-507873EF0425}" srcOrd="0" destOrd="0" presId="urn:microsoft.com/office/officeart/2008/layout/LinedList"/>
    <dgm:cxn modelId="{3B32355D-9895-4BCD-B8E8-1F0EBE62150D}" srcId="{3272937B-CACE-4F95-A80B-D0C7EA24B8FB}" destId="{2D1ADBE8-CFDA-4574-BE39-F4F157517954}" srcOrd="0" destOrd="0" parTransId="{519177C8-92D1-456E-B052-31CA37701A85}" sibTransId="{0ED2B1D3-B5CE-442C-AB48-78693DF924FD}"/>
    <dgm:cxn modelId="{89261561-B961-4645-9E0D-A9D3A1F95857}" srcId="{3272937B-CACE-4F95-A80B-D0C7EA24B8FB}" destId="{07A373B7-F475-43FD-BFB9-3C4D14BB69D1}" srcOrd="4" destOrd="0" parTransId="{54BFEA9D-A915-4E1F-8E35-47A9970C5257}" sibTransId="{86557EED-DC53-47CE-889F-80F3D417E8BB}"/>
    <dgm:cxn modelId="{E7869D50-569D-4300-A052-E34ECF266A54}" srcId="{3272937B-CACE-4F95-A80B-D0C7EA24B8FB}" destId="{BC26D3A3-F388-48CD-8378-27B1E54CC759}" srcOrd="8" destOrd="0" parTransId="{487E1475-624E-4363-90FD-29274840C802}" sibTransId="{857798C4-22D1-4EED-893F-60CD584384D4}"/>
    <dgm:cxn modelId="{D8D33A83-0AA1-40C3-A1D3-750E1A73B6B1}" type="presOf" srcId="{16A3A335-95D5-46FE-A875-83EEFC99A4C1}" destId="{2038A711-7365-4E28-8030-39B1B2C84F8C}" srcOrd="0" destOrd="0" presId="urn:microsoft.com/office/officeart/2008/layout/LinedList"/>
    <dgm:cxn modelId="{02B0C78D-E9FE-4847-B381-03906B71CC19}" srcId="{3272937B-CACE-4F95-A80B-D0C7EA24B8FB}" destId="{12FB3C00-FA40-41E4-AEFC-304885CF3986}" srcOrd="2" destOrd="0" parTransId="{5927A4CF-1BF7-49D9-B7A6-C8A678BE0DA0}" sibTransId="{EEA6E3B3-4496-4A9D-B27B-A2346D19C301}"/>
    <dgm:cxn modelId="{6E23EFA6-E99A-4BA2-84BD-7065DAB36340}" type="presOf" srcId="{134498FA-E442-467E-9F1E-DC7E957E34B3}" destId="{5A212D25-7B5B-4D69-BF21-1DB38225BE8A}" srcOrd="0" destOrd="0" presId="urn:microsoft.com/office/officeart/2008/layout/LinedList"/>
    <dgm:cxn modelId="{DAFA03AA-147D-4852-B40D-AD7AD2AD91EB}" type="presOf" srcId="{BC26D3A3-F388-48CD-8378-27B1E54CC759}" destId="{A8855B70-8CC6-47CC-8BC2-D8B177915A40}" srcOrd="0" destOrd="0" presId="urn:microsoft.com/office/officeart/2008/layout/LinedList"/>
    <dgm:cxn modelId="{A05546AB-1B68-4D0D-A1C8-346242C4E950}" type="presOf" srcId="{F72E4690-E81B-4488-9656-84A98DAB0DF4}" destId="{AC71E10E-3EE9-4E1F-9897-F5623810BE52}" srcOrd="0" destOrd="0" presId="urn:microsoft.com/office/officeart/2008/layout/LinedList"/>
    <dgm:cxn modelId="{F90B65C6-2FA0-4D4A-A896-636A1688D358}" srcId="{3272937B-CACE-4F95-A80B-D0C7EA24B8FB}" destId="{72E3A69D-B139-47FC-875C-1C6270855C84}" srcOrd="1" destOrd="0" parTransId="{0CA64E39-35AE-4284-9A1A-F7A4B2BA0E23}" sibTransId="{9A811637-B51C-4076-9C32-F401A07B117B}"/>
    <dgm:cxn modelId="{7163A1D2-0758-4B1C-8A0E-68FFDBDF8951}" srcId="{3272937B-CACE-4F95-A80B-D0C7EA24B8FB}" destId="{F72E4690-E81B-4488-9656-84A98DAB0DF4}" srcOrd="3" destOrd="0" parTransId="{CC97F2F9-1CE2-49E9-94AA-8D2005989BB1}" sibTransId="{B3C3226E-7714-4C2A-B658-7764B42D7F25}"/>
    <dgm:cxn modelId="{7A0B11D7-20B4-483C-80F2-A3FA326019C2}" type="presOf" srcId="{84DBBB02-E8AD-4919-9AE1-0879442424EA}" destId="{260C2112-B968-4CFD-BDB9-76AF2F2B32B0}" srcOrd="0" destOrd="0" presId="urn:microsoft.com/office/officeart/2008/layout/LinedList"/>
    <dgm:cxn modelId="{47840ED9-0192-4231-A918-DD86377191BF}" type="presOf" srcId="{12FB3C00-FA40-41E4-AEFC-304885CF3986}" destId="{2557EF15-95A9-4E38-8A26-CDFDAD3ACAD1}" srcOrd="0" destOrd="0" presId="urn:microsoft.com/office/officeart/2008/layout/LinedList"/>
    <dgm:cxn modelId="{AFAC68DB-9D98-441F-B9B7-37DBB86989E0}" type="presOf" srcId="{07A373B7-F475-43FD-BFB9-3C4D14BB69D1}" destId="{C8C1C62D-CFB4-49ED-82DA-05942746B896}" srcOrd="0" destOrd="0" presId="urn:microsoft.com/office/officeart/2008/layout/LinedList"/>
    <dgm:cxn modelId="{1CE341DC-0F6F-48C9-91BA-D9FD2B9574FC}" type="presOf" srcId="{3272937B-CACE-4F95-A80B-D0C7EA24B8FB}" destId="{127C71B9-D0C9-44E8-8539-3822FFFB1A14}" srcOrd="0" destOrd="0" presId="urn:microsoft.com/office/officeart/2008/layout/LinedList"/>
    <dgm:cxn modelId="{91CE6AEF-9004-4A4D-AB50-034346564376}" srcId="{3272937B-CACE-4F95-A80B-D0C7EA24B8FB}" destId="{16A3A335-95D5-46FE-A875-83EEFC99A4C1}" srcOrd="7" destOrd="0" parTransId="{3F4F9F32-6822-4E07-9AA1-F7CA21F8D958}" sibTransId="{BFA0A7B7-496B-4491-AA6A-C84C4CEFE217}"/>
    <dgm:cxn modelId="{2543F9FC-A687-4F60-891D-381871208383}" type="presOf" srcId="{2D1ADBE8-CFDA-4574-BE39-F4F157517954}" destId="{ACE5FD19-01AA-466F-839C-F853FE7EAABE}" srcOrd="0" destOrd="0" presId="urn:microsoft.com/office/officeart/2008/layout/LinedList"/>
    <dgm:cxn modelId="{BF05E617-5BD8-42D0-9235-81BF6E0CF895}" type="presParOf" srcId="{127C71B9-D0C9-44E8-8539-3822FFFB1A14}" destId="{A28745DD-B5F1-4D3E-9B31-4CC2734B34C3}" srcOrd="0" destOrd="0" presId="urn:microsoft.com/office/officeart/2008/layout/LinedList"/>
    <dgm:cxn modelId="{1AA3F561-7FB9-45A2-8CB2-482DA8BA4306}" type="presParOf" srcId="{127C71B9-D0C9-44E8-8539-3822FFFB1A14}" destId="{CCDE7E53-31BA-423F-ACC6-3F95DF9C50F1}" srcOrd="1" destOrd="0" presId="urn:microsoft.com/office/officeart/2008/layout/LinedList"/>
    <dgm:cxn modelId="{089FCA99-B70D-4B50-BAFA-824622ABC22E}" type="presParOf" srcId="{CCDE7E53-31BA-423F-ACC6-3F95DF9C50F1}" destId="{ACE5FD19-01AA-466F-839C-F853FE7EAABE}" srcOrd="0" destOrd="0" presId="urn:microsoft.com/office/officeart/2008/layout/LinedList"/>
    <dgm:cxn modelId="{A4E58B2C-481E-4638-9277-503971D749E2}" type="presParOf" srcId="{CCDE7E53-31BA-423F-ACC6-3F95DF9C50F1}" destId="{779CC1DF-1E04-4DA2-8739-C122FF8F5C5A}" srcOrd="1" destOrd="0" presId="urn:microsoft.com/office/officeart/2008/layout/LinedList"/>
    <dgm:cxn modelId="{DA989C58-F757-432B-BD6B-C457769F16B3}" type="presParOf" srcId="{127C71B9-D0C9-44E8-8539-3822FFFB1A14}" destId="{0461CBFB-5399-40FD-9411-1EE9C4A61002}" srcOrd="2" destOrd="0" presId="urn:microsoft.com/office/officeart/2008/layout/LinedList"/>
    <dgm:cxn modelId="{3228C7E1-1C7B-4B2B-9E29-412196C00D06}" type="presParOf" srcId="{127C71B9-D0C9-44E8-8539-3822FFFB1A14}" destId="{3BC7E279-1870-4295-B0B9-C7C4E933F37D}" srcOrd="3" destOrd="0" presId="urn:microsoft.com/office/officeart/2008/layout/LinedList"/>
    <dgm:cxn modelId="{1364037C-47D3-4710-90BE-4A0E2AEA9609}" type="presParOf" srcId="{3BC7E279-1870-4295-B0B9-C7C4E933F37D}" destId="{05C97E95-095C-4824-95C1-507873EF0425}" srcOrd="0" destOrd="0" presId="urn:microsoft.com/office/officeart/2008/layout/LinedList"/>
    <dgm:cxn modelId="{BEC3221D-BF66-42D1-8E5D-89168D810813}" type="presParOf" srcId="{3BC7E279-1870-4295-B0B9-C7C4E933F37D}" destId="{421A30D4-C002-48C6-90CD-10B11CBE5D01}" srcOrd="1" destOrd="0" presId="urn:microsoft.com/office/officeart/2008/layout/LinedList"/>
    <dgm:cxn modelId="{8D3AD54F-8B3D-4363-A71B-416B3363505E}" type="presParOf" srcId="{127C71B9-D0C9-44E8-8539-3822FFFB1A14}" destId="{BDAAE451-A530-43A5-9922-9D627EBC28FB}" srcOrd="4" destOrd="0" presId="urn:microsoft.com/office/officeart/2008/layout/LinedList"/>
    <dgm:cxn modelId="{2F18E1B5-898D-4551-8047-F7553D5FB9A3}" type="presParOf" srcId="{127C71B9-D0C9-44E8-8539-3822FFFB1A14}" destId="{16096CCB-99E5-4CA3-9410-67E5C9793270}" srcOrd="5" destOrd="0" presId="urn:microsoft.com/office/officeart/2008/layout/LinedList"/>
    <dgm:cxn modelId="{2E29F7E5-F7BF-4EB1-AEF0-69D1D54A76DC}" type="presParOf" srcId="{16096CCB-99E5-4CA3-9410-67E5C9793270}" destId="{2557EF15-95A9-4E38-8A26-CDFDAD3ACAD1}" srcOrd="0" destOrd="0" presId="urn:microsoft.com/office/officeart/2008/layout/LinedList"/>
    <dgm:cxn modelId="{152CE3A1-F27B-459A-9575-112CEF2018FB}" type="presParOf" srcId="{16096CCB-99E5-4CA3-9410-67E5C9793270}" destId="{B4947BC7-0BE7-4A36-B8D0-817ECD98015C}" srcOrd="1" destOrd="0" presId="urn:microsoft.com/office/officeart/2008/layout/LinedList"/>
    <dgm:cxn modelId="{371D9E17-27B9-40FB-9C80-ED4D2D00C6E8}" type="presParOf" srcId="{127C71B9-D0C9-44E8-8539-3822FFFB1A14}" destId="{CC01F2C3-8722-4F77-837D-3338C2206EF7}" srcOrd="6" destOrd="0" presId="urn:microsoft.com/office/officeart/2008/layout/LinedList"/>
    <dgm:cxn modelId="{2165D07C-6F2D-41E7-8FCE-851592D8275C}" type="presParOf" srcId="{127C71B9-D0C9-44E8-8539-3822FFFB1A14}" destId="{A2D538A4-9B25-4EE5-9807-4CC61C0E23B3}" srcOrd="7" destOrd="0" presId="urn:microsoft.com/office/officeart/2008/layout/LinedList"/>
    <dgm:cxn modelId="{3A8AE9AA-4582-4228-BC56-166B40036EB1}" type="presParOf" srcId="{A2D538A4-9B25-4EE5-9807-4CC61C0E23B3}" destId="{AC71E10E-3EE9-4E1F-9897-F5623810BE52}" srcOrd="0" destOrd="0" presId="urn:microsoft.com/office/officeart/2008/layout/LinedList"/>
    <dgm:cxn modelId="{AE350BAA-D21A-43E2-A001-DD7D374B9FF5}" type="presParOf" srcId="{A2D538A4-9B25-4EE5-9807-4CC61C0E23B3}" destId="{D41AE0F2-01CE-4CE1-BEA2-1B73143D1502}" srcOrd="1" destOrd="0" presId="urn:microsoft.com/office/officeart/2008/layout/LinedList"/>
    <dgm:cxn modelId="{1649D864-70B8-427A-ACC7-40110E929F82}" type="presParOf" srcId="{127C71B9-D0C9-44E8-8539-3822FFFB1A14}" destId="{BB61D9FD-A2C0-4C85-8899-9F5338D09C8E}" srcOrd="8" destOrd="0" presId="urn:microsoft.com/office/officeart/2008/layout/LinedList"/>
    <dgm:cxn modelId="{E37704D4-A335-4D0A-B72B-821B5E21EC71}" type="presParOf" srcId="{127C71B9-D0C9-44E8-8539-3822FFFB1A14}" destId="{4004A4BC-67E2-40A9-B308-F41376B0EB1F}" srcOrd="9" destOrd="0" presId="urn:microsoft.com/office/officeart/2008/layout/LinedList"/>
    <dgm:cxn modelId="{7EF1C4B5-FC30-4857-B391-209FB946463E}" type="presParOf" srcId="{4004A4BC-67E2-40A9-B308-F41376B0EB1F}" destId="{C8C1C62D-CFB4-49ED-82DA-05942746B896}" srcOrd="0" destOrd="0" presId="urn:microsoft.com/office/officeart/2008/layout/LinedList"/>
    <dgm:cxn modelId="{5DDDA54B-1F74-4796-A6AF-E7B568009786}" type="presParOf" srcId="{4004A4BC-67E2-40A9-B308-F41376B0EB1F}" destId="{95B9B3D3-E44B-4B09-92C8-365325280213}" srcOrd="1" destOrd="0" presId="urn:microsoft.com/office/officeart/2008/layout/LinedList"/>
    <dgm:cxn modelId="{33C38979-FFDF-4CBC-A20F-E3730A14B864}" type="presParOf" srcId="{127C71B9-D0C9-44E8-8539-3822FFFB1A14}" destId="{6BCFDB4E-8BFA-41AB-99C6-DEA42778EFEC}" srcOrd="10" destOrd="0" presId="urn:microsoft.com/office/officeart/2008/layout/LinedList"/>
    <dgm:cxn modelId="{6483A29A-61B3-41B1-A566-CB62E6292C8C}" type="presParOf" srcId="{127C71B9-D0C9-44E8-8539-3822FFFB1A14}" destId="{C2183A96-0668-4CE5-BFC5-4EF63CD293DC}" srcOrd="11" destOrd="0" presId="urn:microsoft.com/office/officeart/2008/layout/LinedList"/>
    <dgm:cxn modelId="{8C251471-D028-45D3-A430-3A7339850FB0}" type="presParOf" srcId="{C2183A96-0668-4CE5-BFC5-4EF63CD293DC}" destId="{5A212D25-7B5B-4D69-BF21-1DB38225BE8A}" srcOrd="0" destOrd="0" presId="urn:microsoft.com/office/officeart/2008/layout/LinedList"/>
    <dgm:cxn modelId="{D3B6649A-2E8E-4DB0-AFA8-9B1455552538}" type="presParOf" srcId="{C2183A96-0668-4CE5-BFC5-4EF63CD293DC}" destId="{4BDA0D4A-5210-4B9D-A49C-839D8C681437}" srcOrd="1" destOrd="0" presId="urn:microsoft.com/office/officeart/2008/layout/LinedList"/>
    <dgm:cxn modelId="{31AAB78E-7C0F-4369-A65E-760459BBA475}" type="presParOf" srcId="{127C71B9-D0C9-44E8-8539-3822FFFB1A14}" destId="{A11005D0-DCD2-4E00-B4ED-C79C470AF941}" srcOrd="12" destOrd="0" presId="urn:microsoft.com/office/officeart/2008/layout/LinedList"/>
    <dgm:cxn modelId="{6D65EDF6-A2C7-4ADD-85A8-7C21508F4467}" type="presParOf" srcId="{127C71B9-D0C9-44E8-8539-3822FFFB1A14}" destId="{8B19CCEF-9C3A-4286-ABB2-368264B2C287}" srcOrd="13" destOrd="0" presId="urn:microsoft.com/office/officeart/2008/layout/LinedList"/>
    <dgm:cxn modelId="{DC54E3A5-568A-4D3D-8DCD-887418D8A06E}" type="presParOf" srcId="{8B19CCEF-9C3A-4286-ABB2-368264B2C287}" destId="{260C2112-B968-4CFD-BDB9-76AF2F2B32B0}" srcOrd="0" destOrd="0" presId="urn:microsoft.com/office/officeart/2008/layout/LinedList"/>
    <dgm:cxn modelId="{5144BAC3-6994-4CF5-A5C9-95247C1FA5E4}" type="presParOf" srcId="{8B19CCEF-9C3A-4286-ABB2-368264B2C287}" destId="{8D2AD0CD-AB3A-407E-A1B5-EE4414DC5407}" srcOrd="1" destOrd="0" presId="urn:microsoft.com/office/officeart/2008/layout/LinedList"/>
    <dgm:cxn modelId="{E976BFEA-B75A-4A00-A1B0-84E4110E3F10}" type="presParOf" srcId="{127C71B9-D0C9-44E8-8539-3822FFFB1A14}" destId="{596EBE82-CAA6-4B93-9A7A-C5AFFF3525A1}" srcOrd="14" destOrd="0" presId="urn:microsoft.com/office/officeart/2008/layout/LinedList"/>
    <dgm:cxn modelId="{A5A1E84A-C70D-49A2-9494-793E4C1E4942}" type="presParOf" srcId="{127C71B9-D0C9-44E8-8539-3822FFFB1A14}" destId="{7B9CF844-59B1-42CB-99DE-46531468C7DA}" srcOrd="15" destOrd="0" presId="urn:microsoft.com/office/officeart/2008/layout/LinedList"/>
    <dgm:cxn modelId="{2F9E30E1-8BFD-4566-A8A2-58EEB8FE4C10}" type="presParOf" srcId="{7B9CF844-59B1-42CB-99DE-46531468C7DA}" destId="{2038A711-7365-4E28-8030-39B1B2C84F8C}" srcOrd="0" destOrd="0" presId="urn:microsoft.com/office/officeart/2008/layout/LinedList"/>
    <dgm:cxn modelId="{2B45E999-CA2D-46DF-BA91-CD0394CD18D5}" type="presParOf" srcId="{7B9CF844-59B1-42CB-99DE-46531468C7DA}" destId="{6124249B-C678-4E1E-AAC7-21C125E06BFA}" srcOrd="1" destOrd="0" presId="urn:microsoft.com/office/officeart/2008/layout/LinedList"/>
    <dgm:cxn modelId="{FBFE0DA7-F2A6-47A5-BA67-053814E36E55}" type="presParOf" srcId="{127C71B9-D0C9-44E8-8539-3822FFFB1A14}" destId="{D43D9870-75BA-43C6-B528-26D4EB043914}" srcOrd="16" destOrd="0" presId="urn:microsoft.com/office/officeart/2008/layout/LinedList"/>
    <dgm:cxn modelId="{D3658345-5D23-4045-87F0-F3BFC336CFB9}" type="presParOf" srcId="{127C71B9-D0C9-44E8-8539-3822FFFB1A14}" destId="{29F28AD3-A89F-45E9-BFCE-0A94D68E5F90}" srcOrd="17" destOrd="0" presId="urn:microsoft.com/office/officeart/2008/layout/LinedList"/>
    <dgm:cxn modelId="{235D26EE-093C-43B9-B22F-540E4E630602}" type="presParOf" srcId="{29F28AD3-A89F-45E9-BFCE-0A94D68E5F90}" destId="{A8855B70-8CC6-47CC-8BC2-D8B177915A40}" srcOrd="0" destOrd="0" presId="urn:microsoft.com/office/officeart/2008/layout/LinedList"/>
    <dgm:cxn modelId="{BB7AA1E2-195D-478C-98E1-499FBEC1BC0A}" type="presParOf" srcId="{29F28AD3-A89F-45E9-BFCE-0A94D68E5F90}" destId="{E29CBA33-B514-4C0F-8539-BFFC5E3672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4F20DF-D98D-4A91-8F29-1AB5096D205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3CD25E-E8C4-45A1-90A7-D437B8E2DF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Three-tier architecture: </a:t>
          </a:r>
          <a:r>
            <a:rPr lang="en-US" dirty="0"/>
            <a:t>UI, Application Logic, and Database</a:t>
          </a:r>
        </a:p>
      </dgm:t>
    </dgm:pt>
    <dgm:pt modelId="{607BE715-9F33-4AE2-8240-1FC60A3B3926}" type="parTrans" cxnId="{397CCF3D-BEB5-44E3-A77A-DB34CE92CF34}">
      <dgm:prSet/>
      <dgm:spPr/>
      <dgm:t>
        <a:bodyPr/>
        <a:lstStyle/>
        <a:p>
          <a:endParaRPr lang="en-US"/>
        </a:p>
      </dgm:t>
    </dgm:pt>
    <dgm:pt modelId="{6FC84FA6-E953-44E8-8C28-D59DFBE55884}" type="sibTrans" cxnId="{397CCF3D-BEB5-44E3-A77A-DB34CE92CF34}">
      <dgm:prSet/>
      <dgm:spPr/>
      <dgm:t>
        <a:bodyPr/>
        <a:lstStyle/>
        <a:p>
          <a:endParaRPr lang="en-US"/>
        </a:p>
      </dgm:t>
    </dgm:pt>
    <dgm:pt modelId="{EA97DA9C-4A65-4AAD-9B79-5C12C07469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Chat interface connected to NLP-based medical engine</a:t>
          </a:r>
        </a:p>
      </dgm:t>
    </dgm:pt>
    <dgm:pt modelId="{A28AFEA8-3731-465D-B627-B1173AE8E28F}" type="parTrans" cxnId="{13941ED3-FB07-45FB-BCC6-B2A75193C530}">
      <dgm:prSet/>
      <dgm:spPr/>
      <dgm:t>
        <a:bodyPr/>
        <a:lstStyle/>
        <a:p>
          <a:endParaRPr lang="en-US"/>
        </a:p>
      </dgm:t>
    </dgm:pt>
    <dgm:pt modelId="{F01CD374-16AB-452E-A681-BD4E587B7B9C}" type="sibTrans" cxnId="{13941ED3-FB07-45FB-BCC6-B2A75193C530}">
      <dgm:prSet/>
      <dgm:spPr/>
      <dgm:t>
        <a:bodyPr/>
        <a:lstStyle/>
        <a:p>
          <a:endParaRPr lang="en-US"/>
        </a:p>
      </dgm:t>
    </dgm:pt>
    <dgm:pt modelId="{3AC5057A-B8A5-4B3A-ACB4-CB3BB05649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Secure API endpoints for patient data exchange</a:t>
          </a:r>
        </a:p>
      </dgm:t>
    </dgm:pt>
    <dgm:pt modelId="{CE6A7B33-72F5-4F11-93D6-8DC256B76140}" type="parTrans" cxnId="{34918A41-89FC-4215-A516-53449460BE8B}">
      <dgm:prSet/>
      <dgm:spPr/>
      <dgm:t>
        <a:bodyPr/>
        <a:lstStyle/>
        <a:p>
          <a:endParaRPr lang="en-US"/>
        </a:p>
      </dgm:t>
    </dgm:pt>
    <dgm:pt modelId="{851AF516-125A-44E8-A45B-389A21489A03}" type="sibTrans" cxnId="{34918A41-89FC-4215-A516-53449460BE8B}">
      <dgm:prSet/>
      <dgm:spPr/>
      <dgm:t>
        <a:bodyPr/>
        <a:lstStyle/>
        <a:p>
          <a:endParaRPr lang="en-US"/>
        </a:p>
      </dgm:t>
    </dgm:pt>
    <dgm:pt modelId="{5F50D163-5064-4727-815D-E8DBA78705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Authentication through PostgreSQL (</a:t>
          </a:r>
          <a:r>
            <a:rPr lang="en-US" dirty="0" err="1"/>
            <a:t>Supabase</a:t>
          </a:r>
          <a:r>
            <a:rPr lang="en-US" dirty="0"/>
            <a:t>) Auth with encryption</a:t>
          </a:r>
        </a:p>
      </dgm:t>
    </dgm:pt>
    <dgm:pt modelId="{AF597A9D-FB52-4E05-BD90-14401693C02A}" type="parTrans" cxnId="{9EACDF68-7AB7-43DF-A677-E03A3C04A4ED}">
      <dgm:prSet/>
      <dgm:spPr/>
      <dgm:t>
        <a:bodyPr/>
        <a:lstStyle/>
        <a:p>
          <a:endParaRPr lang="en-US"/>
        </a:p>
      </dgm:t>
    </dgm:pt>
    <dgm:pt modelId="{83AEE7EE-FCB8-42A8-B8F0-89F9F98621E4}" type="sibTrans" cxnId="{9EACDF68-7AB7-43DF-A677-E03A3C04A4ED}">
      <dgm:prSet/>
      <dgm:spPr/>
      <dgm:t>
        <a:bodyPr/>
        <a:lstStyle/>
        <a:p>
          <a:endParaRPr lang="en-US"/>
        </a:p>
      </dgm:t>
    </dgm:pt>
    <dgm:pt modelId="{BD27183E-993E-4662-8991-CB60D5876F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design for cloud deployment and integration with EHR systems</a:t>
          </a:r>
        </a:p>
      </dgm:t>
    </dgm:pt>
    <dgm:pt modelId="{9C765D24-68DD-4B9A-92E3-1EF51CFA6A8D}" type="parTrans" cxnId="{65E1A6EF-D452-41F2-BDE0-D5BF0DCBF038}">
      <dgm:prSet/>
      <dgm:spPr/>
      <dgm:t>
        <a:bodyPr/>
        <a:lstStyle/>
        <a:p>
          <a:endParaRPr lang="en-US"/>
        </a:p>
      </dgm:t>
    </dgm:pt>
    <dgm:pt modelId="{518C473D-F2CE-464E-BC2E-04B42E22C347}" type="sibTrans" cxnId="{65E1A6EF-D452-41F2-BDE0-D5BF0DCBF038}">
      <dgm:prSet/>
      <dgm:spPr/>
      <dgm:t>
        <a:bodyPr/>
        <a:lstStyle/>
        <a:p>
          <a:endParaRPr lang="en-US"/>
        </a:p>
      </dgm:t>
    </dgm:pt>
    <dgm:pt modelId="{D3CA011A-25BC-43DE-B6EB-A73A8A60A742}" type="pres">
      <dgm:prSet presAssocID="{3F4F20DF-D98D-4A91-8F29-1AB5096D2051}" presName="root" presStyleCnt="0">
        <dgm:presLayoutVars>
          <dgm:dir/>
          <dgm:resizeHandles val="exact"/>
        </dgm:presLayoutVars>
      </dgm:prSet>
      <dgm:spPr/>
    </dgm:pt>
    <dgm:pt modelId="{4EED6594-5BF0-43C3-A847-D3C40A2CC468}" type="pres">
      <dgm:prSet presAssocID="{E43CD25E-E8C4-45A1-90A7-D437B8E2DF87}" presName="compNode" presStyleCnt="0"/>
      <dgm:spPr/>
    </dgm:pt>
    <dgm:pt modelId="{5A573810-0EE6-4397-B64D-7DA94C151DAD}" type="pres">
      <dgm:prSet presAssocID="{E43CD25E-E8C4-45A1-90A7-D437B8E2DF87}" presName="bgRect" presStyleLbl="bgShp" presStyleIdx="0" presStyleCnt="5" custLinFactNeighborX="0" custLinFactNeighborY="-469"/>
      <dgm:spPr/>
    </dgm:pt>
    <dgm:pt modelId="{4537EAEE-F919-4331-8F81-800B79DAFB3F}" type="pres">
      <dgm:prSet presAssocID="{E43CD25E-E8C4-45A1-90A7-D437B8E2DF8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F2B0D80-2F12-4295-87F8-68C332B0BD2F}" type="pres">
      <dgm:prSet presAssocID="{E43CD25E-E8C4-45A1-90A7-D437B8E2DF87}" presName="spaceRect" presStyleCnt="0"/>
      <dgm:spPr/>
    </dgm:pt>
    <dgm:pt modelId="{6BDE6127-550C-48D9-8857-B6EF90688DC2}" type="pres">
      <dgm:prSet presAssocID="{E43CD25E-E8C4-45A1-90A7-D437B8E2DF87}" presName="parTx" presStyleLbl="revTx" presStyleIdx="0" presStyleCnt="5">
        <dgm:presLayoutVars>
          <dgm:chMax val="0"/>
          <dgm:chPref val="0"/>
        </dgm:presLayoutVars>
      </dgm:prSet>
      <dgm:spPr/>
    </dgm:pt>
    <dgm:pt modelId="{E1551D91-53F3-4F64-9854-3D473A800CC7}" type="pres">
      <dgm:prSet presAssocID="{6FC84FA6-E953-44E8-8C28-D59DFBE55884}" presName="sibTrans" presStyleCnt="0"/>
      <dgm:spPr/>
    </dgm:pt>
    <dgm:pt modelId="{B735F782-D4C2-46F8-9E35-F62D2FB4D1D8}" type="pres">
      <dgm:prSet presAssocID="{EA97DA9C-4A65-4AAD-9B79-5C12C0746973}" presName="compNode" presStyleCnt="0"/>
      <dgm:spPr/>
    </dgm:pt>
    <dgm:pt modelId="{67152F46-06FF-4FB4-BBBD-AC9BA80946C8}" type="pres">
      <dgm:prSet presAssocID="{EA97DA9C-4A65-4AAD-9B79-5C12C0746973}" presName="bgRect" presStyleLbl="bgShp" presStyleIdx="1" presStyleCnt="5"/>
      <dgm:spPr/>
    </dgm:pt>
    <dgm:pt modelId="{D3BCB524-6CA2-4E94-A0A7-8A64580798AD}" type="pres">
      <dgm:prSet presAssocID="{EA97DA9C-4A65-4AAD-9B79-5C12C074697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AF360B1-2A97-437A-B67C-30A11E53FD76}" type="pres">
      <dgm:prSet presAssocID="{EA97DA9C-4A65-4AAD-9B79-5C12C0746973}" presName="spaceRect" presStyleCnt="0"/>
      <dgm:spPr/>
    </dgm:pt>
    <dgm:pt modelId="{487408E1-A8C7-4DEF-84A8-A7225475C92A}" type="pres">
      <dgm:prSet presAssocID="{EA97DA9C-4A65-4AAD-9B79-5C12C0746973}" presName="parTx" presStyleLbl="revTx" presStyleIdx="1" presStyleCnt="5">
        <dgm:presLayoutVars>
          <dgm:chMax val="0"/>
          <dgm:chPref val="0"/>
        </dgm:presLayoutVars>
      </dgm:prSet>
      <dgm:spPr/>
    </dgm:pt>
    <dgm:pt modelId="{FBE25287-0271-4439-A866-3FE16D05EC04}" type="pres">
      <dgm:prSet presAssocID="{F01CD374-16AB-452E-A681-BD4E587B7B9C}" presName="sibTrans" presStyleCnt="0"/>
      <dgm:spPr/>
    </dgm:pt>
    <dgm:pt modelId="{9C067ED2-9C3E-4DBA-9EAD-1E07AD22310B}" type="pres">
      <dgm:prSet presAssocID="{3AC5057A-B8A5-4B3A-ACB4-CB3BB05649B7}" presName="compNode" presStyleCnt="0"/>
      <dgm:spPr/>
    </dgm:pt>
    <dgm:pt modelId="{4DE2BA0E-A719-49F3-B6B8-8301E21E51D3}" type="pres">
      <dgm:prSet presAssocID="{3AC5057A-B8A5-4B3A-ACB4-CB3BB05649B7}" presName="bgRect" presStyleLbl="bgShp" presStyleIdx="2" presStyleCnt="5"/>
      <dgm:spPr/>
    </dgm:pt>
    <dgm:pt modelId="{378E3890-9D4A-4340-AEC7-FDC37CB67211}" type="pres">
      <dgm:prSet presAssocID="{3AC5057A-B8A5-4B3A-ACB4-CB3BB05649B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F5B53A0-1ADD-4470-B209-9C80449F3759}" type="pres">
      <dgm:prSet presAssocID="{3AC5057A-B8A5-4B3A-ACB4-CB3BB05649B7}" presName="spaceRect" presStyleCnt="0"/>
      <dgm:spPr/>
    </dgm:pt>
    <dgm:pt modelId="{CFB5F043-F220-474B-91FB-7BDB7AAB9D2D}" type="pres">
      <dgm:prSet presAssocID="{3AC5057A-B8A5-4B3A-ACB4-CB3BB05649B7}" presName="parTx" presStyleLbl="revTx" presStyleIdx="2" presStyleCnt="5">
        <dgm:presLayoutVars>
          <dgm:chMax val="0"/>
          <dgm:chPref val="0"/>
        </dgm:presLayoutVars>
      </dgm:prSet>
      <dgm:spPr/>
    </dgm:pt>
    <dgm:pt modelId="{1B1E4185-3294-47FC-B172-23F25DEA8424}" type="pres">
      <dgm:prSet presAssocID="{851AF516-125A-44E8-A45B-389A21489A03}" presName="sibTrans" presStyleCnt="0"/>
      <dgm:spPr/>
    </dgm:pt>
    <dgm:pt modelId="{329F9627-7A17-4547-8AA4-CA533A342F2D}" type="pres">
      <dgm:prSet presAssocID="{5F50D163-5064-4727-815D-E8DBA78705A4}" presName="compNode" presStyleCnt="0"/>
      <dgm:spPr/>
    </dgm:pt>
    <dgm:pt modelId="{3CE6CBB0-C579-4208-ACC2-6E10DEC8FB98}" type="pres">
      <dgm:prSet presAssocID="{5F50D163-5064-4727-815D-E8DBA78705A4}" presName="bgRect" presStyleLbl="bgShp" presStyleIdx="3" presStyleCnt="5"/>
      <dgm:spPr/>
    </dgm:pt>
    <dgm:pt modelId="{8B620A58-7403-4639-9323-106C02D8A5C2}" type="pres">
      <dgm:prSet presAssocID="{5F50D163-5064-4727-815D-E8DBA78705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241A433-C44F-4E21-A458-A078E0CADBAB}" type="pres">
      <dgm:prSet presAssocID="{5F50D163-5064-4727-815D-E8DBA78705A4}" presName="spaceRect" presStyleCnt="0"/>
      <dgm:spPr/>
    </dgm:pt>
    <dgm:pt modelId="{FE365068-CC1C-46A1-995C-93450DA3F8FB}" type="pres">
      <dgm:prSet presAssocID="{5F50D163-5064-4727-815D-E8DBA78705A4}" presName="parTx" presStyleLbl="revTx" presStyleIdx="3" presStyleCnt="5">
        <dgm:presLayoutVars>
          <dgm:chMax val="0"/>
          <dgm:chPref val="0"/>
        </dgm:presLayoutVars>
      </dgm:prSet>
      <dgm:spPr/>
    </dgm:pt>
    <dgm:pt modelId="{8D8EDA61-CF13-4C8F-881C-6291C5AD5AB0}" type="pres">
      <dgm:prSet presAssocID="{83AEE7EE-FCB8-42A8-B8F0-89F9F98621E4}" presName="sibTrans" presStyleCnt="0"/>
      <dgm:spPr/>
    </dgm:pt>
    <dgm:pt modelId="{F07BDF17-49DA-440D-BBEA-0747948FD83C}" type="pres">
      <dgm:prSet presAssocID="{BD27183E-993E-4662-8991-CB60D5876FCE}" presName="compNode" presStyleCnt="0"/>
      <dgm:spPr/>
    </dgm:pt>
    <dgm:pt modelId="{2B499416-573C-4209-ACAC-17F44DFD65ED}" type="pres">
      <dgm:prSet presAssocID="{BD27183E-993E-4662-8991-CB60D5876FCE}" presName="bgRect" presStyleLbl="bgShp" presStyleIdx="4" presStyleCnt="5"/>
      <dgm:spPr/>
    </dgm:pt>
    <dgm:pt modelId="{51F745AD-6FD5-4EBF-83B0-44B20731C90C}" type="pres">
      <dgm:prSet presAssocID="{BD27183E-993E-4662-8991-CB60D5876FC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A77089E-7B2E-49C5-88A6-CAD9448D223F}" type="pres">
      <dgm:prSet presAssocID="{BD27183E-993E-4662-8991-CB60D5876FCE}" presName="spaceRect" presStyleCnt="0"/>
      <dgm:spPr/>
    </dgm:pt>
    <dgm:pt modelId="{B8293462-927C-4696-AF20-B6209CD12554}" type="pres">
      <dgm:prSet presAssocID="{BD27183E-993E-4662-8991-CB60D5876FC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057FE03-CA62-44CD-8DEF-DBC05C027548}" type="presOf" srcId="{5F50D163-5064-4727-815D-E8DBA78705A4}" destId="{FE365068-CC1C-46A1-995C-93450DA3F8FB}" srcOrd="0" destOrd="0" presId="urn:microsoft.com/office/officeart/2018/2/layout/IconVerticalSolidList"/>
    <dgm:cxn modelId="{7E169809-0536-47C4-9D0F-54A8721824BB}" type="presOf" srcId="{3F4F20DF-D98D-4A91-8F29-1AB5096D2051}" destId="{D3CA011A-25BC-43DE-B6EB-A73A8A60A742}" srcOrd="0" destOrd="0" presId="urn:microsoft.com/office/officeart/2018/2/layout/IconVerticalSolidList"/>
    <dgm:cxn modelId="{397CCF3D-BEB5-44E3-A77A-DB34CE92CF34}" srcId="{3F4F20DF-D98D-4A91-8F29-1AB5096D2051}" destId="{E43CD25E-E8C4-45A1-90A7-D437B8E2DF87}" srcOrd="0" destOrd="0" parTransId="{607BE715-9F33-4AE2-8240-1FC60A3B3926}" sibTransId="{6FC84FA6-E953-44E8-8C28-D59DFBE55884}"/>
    <dgm:cxn modelId="{34918A41-89FC-4215-A516-53449460BE8B}" srcId="{3F4F20DF-D98D-4A91-8F29-1AB5096D2051}" destId="{3AC5057A-B8A5-4B3A-ACB4-CB3BB05649B7}" srcOrd="2" destOrd="0" parTransId="{CE6A7B33-72F5-4F11-93D6-8DC256B76140}" sibTransId="{851AF516-125A-44E8-A45B-389A21489A03}"/>
    <dgm:cxn modelId="{9EACDF68-7AB7-43DF-A677-E03A3C04A4ED}" srcId="{3F4F20DF-D98D-4A91-8F29-1AB5096D2051}" destId="{5F50D163-5064-4727-815D-E8DBA78705A4}" srcOrd="3" destOrd="0" parTransId="{AF597A9D-FB52-4E05-BD90-14401693C02A}" sibTransId="{83AEE7EE-FCB8-42A8-B8F0-89F9F98621E4}"/>
    <dgm:cxn modelId="{517C737D-0BD4-4050-ADC5-CE17A087FD11}" type="presOf" srcId="{E43CD25E-E8C4-45A1-90A7-D437B8E2DF87}" destId="{6BDE6127-550C-48D9-8857-B6EF90688DC2}" srcOrd="0" destOrd="0" presId="urn:microsoft.com/office/officeart/2018/2/layout/IconVerticalSolidList"/>
    <dgm:cxn modelId="{13941ED3-FB07-45FB-BCC6-B2A75193C530}" srcId="{3F4F20DF-D98D-4A91-8F29-1AB5096D2051}" destId="{EA97DA9C-4A65-4AAD-9B79-5C12C0746973}" srcOrd="1" destOrd="0" parTransId="{A28AFEA8-3731-465D-B627-B1173AE8E28F}" sibTransId="{F01CD374-16AB-452E-A681-BD4E587B7B9C}"/>
    <dgm:cxn modelId="{D23553DE-91BD-4BA6-9F6B-38AC962E7F59}" type="presOf" srcId="{3AC5057A-B8A5-4B3A-ACB4-CB3BB05649B7}" destId="{CFB5F043-F220-474B-91FB-7BDB7AAB9D2D}" srcOrd="0" destOrd="0" presId="urn:microsoft.com/office/officeart/2018/2/layout/IconVerticalSolidList"/>
    <dgm:cxn modelId="{A28E44E5-1155-41B0-89DE-9443C6A002B6}" type="presOf" srcId="{BD27183E-993E-4662-8991-CB60D5876FCE}" destId="{B8293462-927C-4696-AF20-B6209CD12554}" srcOrd="0" destOrd="0" presId="urn:microsoft.com/office/officeart/2018/2/layout/IconVerticalSolidList"/>
    <dgm:cxn modelId="{65E1A6EF-D452-41F2-BDE0-D5BF0DCBF038}" srcId="{3F4F20DF-D98D-4A91-8F29-1AB5096D2051}" destId="{BD27183E-993E-4662-8991-CB60D5876FCE}" srcOrd="4" destOrd="0" parTransId="{9C765D24-68DD-4B9A-92E3-1EF51CFA6A8D}" sibTransId="{518C473D-F2CE-464E-BC2E-04B42E22C347}"/>
    <dgm:cxn modelId="{F15472F3-11D8-4299-A901-9B3704D9A900}" type="presOf" srcId="{EA97DA9C-4A65-4AAD-9B79-5C12C0746973}" destId="{487408E1-A8C7-4DEF-84A8-A7225475C92A}" srcOrd="0" destOrd="0" presId="urn:microsoft.com/office/officeart/2018/2/layout/IconVerticalSolidList"/>
    <dgm:cxn modelId="{8EF4622E-ECD5-4297-9F8F-F704A22CA778}" type="presParOf" srcId="{D3CA011A-25BC-43DE-B6EB-A73A8A60A742}" destId="{4EED6594-5BF0-43C3-A847-D3C40A2CC468}" srcOrd="0" destOrd="0" presId="urn:microsoft.com/office/officeart/2018/2/layout/IconVerticalSolidList"/>
    <dgm:cxn modelId="{D77A6C87-A5D5-413F-81D6-9143875FE454}" type="presParOf" srcId="{4EED6594-5BF0-43C3-A847-D3C40A2CC468}" destId="{5A573810-0EE6-4397-B64D-7DA94C151DAD}" srcOrd="0" destOrd="0" presId="urn:microsoft.com/office/officeart/2018/2/layout/IconVerticalSolidList"/>
    <dgm:cxn modelId="{F292005C-CA98-4719-AF17-F1A881B747C1}" type="presParOf" srcId="{4EED6594-5BF0-43C3-A847-D3C40A2CC468}" destId="{4537EAEE-F919-4331-8F81-800B79DAFB3F}" srcOrd="1" destOrd="0" presId="urn:microsoft.com/office/officeart/2018/2/layout/IconVerticalSolidList"/>
    <dgm:cxn modelId="{3D883012-D63D-4249-B824-48E5EC6401E4}" type="presParOf" srcId="{4EED6594-5BF0-43C3-A847-D3C40A2CC468}" destId="{3F2B0D80-2F12-4295-87F8-68C332B0BD2F}" srcOrd="2" destOrd="0" presId="urn:microsoft.com/office/officeart/2018/2/layout/IconVerticalSolidList"/>
    <dgm:cxn modelId="{1FD61672-CE75-4540-92A1-6D7B7D395F99}" type="presParOf" srcId="{4EED6594-5BF0-43C3-A847-D3C40A2CC468}" destId="{6BDE6127-550C-48D9-8857-B6EF90688DC2}" srcOrd="3" destOrd="0" presId="urn:microsoft.com/office/officeart/2018/2/layout/IconVerticalSolidList"/>
    <dgm:cxn modelId="{34233500-B26C-4D96-A8E5-A73BB0835A67}" type="presParOf" srcId="{D3CA011A-25BC-43DE-B6EB-A73A8A60A742}" destId="{E1551D91-53F3-4F64-9854-3D473A800CC7}" srcOrd="1" destOrd="0" presId="urn:microsoft.com/office/officeart/2018/2/layout/IconVerticalSolidList"/>
    <dgm:cxn modelId="{9E4D2279-3315-4B7A-841A-869A6AB6C6E8}" type="presParOf" srcId="{D3CA011A-25BC-43DE-B6EB-A73A8A60A742}" destId="{B735F782-D4C2-46F8-9E35-F62D2FB4D1D8}" srcOrd="2" destOrd="0" presId="urn:microsoft.com/office/officeart/2018/2/layout/IconVerticalSolidList"/>
    <dgm:cxn modelId="{6FD6B27D-2F6C-4D0E-9458-7081809E0511}" type="presParOf" srcId="{B735F782-D4C2-46F8-9E35-F62D2FB4D1D8}" destId="{67152F46-06FF-4FB4-BBBD-AC9BA80946C8}" srcOrd="0" destOrd="0" presId="urn:microsoft.com/office/officeart/2018/2/layout/IconVerticalSolidList"/>
    <dgm:cxn modelId="{00428DBB-EF33-4407-97B3-BDAEE2AC0F5E}" type="presParOf" srcId="{B735F782-D4C2-46F8-9E35-F62D2FB4D1D8}" destId="{D3BCB524-6CA2-4E94-A0A7-8A64580798AD}" srcOrd="1" destOrd="0" presId="urn:microsoft.com/office/officeart/2018/2/layout/IconVerticalSolidList"/>
    <dgm:cxn modelId="{FF141C28-9F95-4D4F-9B20-FBAB749D7BAC}" type="presParOf" srcId="{B735F782-D4C2-46F8-9E35-F62D2FB4D1D8}" destId="{4AF360B1-2A97-437A-B67C-30A11E53FD76}" srcOrd="2" destOrd="0" presId="urn:microsoft.com/office/officeart/2018/2/layout/IconVerticalSolidList"/>
    <dgm:cxn modelId="{0C56358B-6EA4-4350-8B10-A23B0442364E}" type="presParOf" srcId="{B735F782-D4C2-46F8-9E35-F62D2FB4D1D8}" destId="{487408E1-A8C7-4DEF-84A8-A7225475C92A}" srcOrd="3" destOrd="0" presId="urn:microsoft.com/office/officeart/2018/2/layout/IconVerticalSolidList"/>
    <dgm:cxn modelId="{ED7A75DE-A24A-4B3B-ABF4-8F3EFCA5B871}" type="presParOf" srcId="{D3CA011A-25BC-43DE-B6EB-A73A8A60A742}" destId="{FBE25287-0271-4439-A866-3FE16D05EC04}" srcOrd="3" destOrd="0" presId="urn:microsoft.com/office/officeart/2018/2/layout/IconVerticalSolidList"/>
    <dgm:cxn modelId="{3E98AFEC-3456-4EAB-BD1D-C3734E061D89}" type="presParOf" srcId="{D3CA011A-25BC-43DE-B6EB-A73A8A60A742}" destId="{9C067ED2-9C3E-4DBA-9EAD-1E07AD22310B}" srcOrd="4" destOrd="0" presId="urn:microsoft.com/office/officeart/2018/2/layout/IconVerticalSolidList"/>
    <dgm:cxn modelId="{230C20CC-44B4-42BF-9CBA-7F657B074945}" type="presParOf" srcId="{9C067ED2-9C3E-4DBA-9EAD-1E07AD22310B}" destId="{4DE2BA0E-A719-49F3-B6B8-8301E21E51D3}" srcOrd="0" destOrd="0" presId="urn:microsoft.com/office/officeart/2018/2/layout/IconVerticalSolidList"/>
    <dgm:cxn modelId="{B5ADFFC1-08A9-4F27-B828-DEF77EE152AD}" type="presParOf" srcId="{9C067ED2-9C3E-4DBA-9EAD-1E07AD22310B}" destId="{378E3890-9D4A-4340-AEC7-FDC37CB67211}" srcOrd="1" destOrd="0" presId="urn:microsoft.com/office/officeart/2018/2/layout/IconVerticalSolidList"/>
    <dgm:cxn modelId="{B18CE4CC-C0D2-4C28-B3DC-10A351DD9934}" type="presParOf" srcId="{9C067ED2-9C3E-4DBA-9EAD-1E07AD22310B}" destId="{FF5B53A0-1ADD-4470-B209-9C80449F3759}" srcOrd="2" destOrd="0" presId="urn:microsoft.com/office/officeart/2018/2/layout/IconVerticalSolidList"/>
    <dgm:cxn modelId="{8EB16C8B-D903-45AC-A2EB-5213B90E91D5}" type="presParOf" srcId="{9C067ED2-9C3E-4DBA-9EAD-1E07AD22310B}" destId="{CFB5F043-F220-474B-91FB-7BDB7AAB9D2D}" srcOrd="3" destOrd="0" presId="urn:microsoft.com/office/officeart/2018/2/layout/IconVerticalSolidList"/>
    <dgm:cxn modelId="{4744CA33-1A09-4C89-A1C5-914B729006A0}" type="presParOf" srcId="{D3CA011A-25BC-43DE-B6EB-A73A8A60A742}" destId="{1B1E4185-3294-47FC-B172-23F25DEA8424}" srcOrd="5" destOrd="0" presId="urn:microsoft.com/office/officeart/2018/2/layout/IconVerticalSolidList"/>
    <dgm:cxn modelId="{B790AC69-D72C-4328-A5B7-1AC42A193FC4}" type="presParOf" srcId="{D3CA011A-25BC-43DE-B6EB-A73A8A60A742}" destId="{329F9627-7A17-4547-8AA4-CA533A342F2D}" srcOrd="6" destOrd="0" presId="urn:microsoft.com/office/officeart/2018/2/layout/IconVerticalSolidList"/>
    <dgm:cxn modelId="{4FC1DF1D-6563-4DC2-AF65-75E540E7AF18}" type="presParOf" srcId="{329F9627-7A17-4547-8AA4-CA533A342F2D}" destId="{3CE6CBB0-C579-4208-ACC2-6E10DEC8FB98}" srcOrd="0" destOrd="0" presId="urn:microsoft.com/office/officeart/2018/2/layout/IconVerticalSolidList"/>
    <dgm:cxn modelId="{C177240A-A281-451E-80D6-D442C34D1385}" type="presParOf" srcId="{329F9627-7A17-4547-8AA4-CA533A342F2D}" destId="{8B620A58-7403-4639-9323-106C02D8A5C2}" srcOrd="1" destOrd="0" presId="urn:microsoft.com/office/officeart/2018/2/layout/IconVerticalSolidList"/>
    <dgm:cxn modelId="{626C8086-8678-4539-ADC9-6428641E1AA8}" type="presParOf" srcId="{329F9627-7A17-4547-8AA4-CA533A342F2D}" destId="{A241A433-C44F-4E21-A458-A078E0CADBAB}" srcOrd="2" destOrd="0" presId="urn:microsoft.com/office/officeart/2018/2/layout/IconVerticalSolidList"/>
    <dgm:cxn modelId="{60159091-EC5F-43DE-A242-826545C61B50}" type="presParOf" srcId="{329F9627-7A17-4547-8AA4-CA533A342F2D}" destId="{FE365068-CC1C-46A1-995C-93450DA3F8FB}" srcOrd="3" destOrd="0" presId="urn:microsoft.com/office/officeart/2018/2/layout/IconVerticalSolidList"/>
    <dgm:cxn modelId="{E6B77D2F-E704-4722-A560-140D74F1C7C7}" type="presParOf" srcId="{D3CA011A-25BC-43DE-B6EB-A73A8A60A742}" destId="{8D8EDA61-CF13-4C8F-881C-6291C5AD5AB0}" srcOrd="7" destOrd="0" presId="urn:microsoft.com/office/officeart/2018/2/layout/IconVerticalSolidList"/>
    <dgm:cxn modelId="{4506F8B8-DAC8-4F2F-80AA-1545BEFBA020}" type="presParOf" srcId="{D3CA011A-25BC-43DE-B6EB-A73A8A60A742}" destId="{F07BDF17-49DA-440D-BBEA-0747948FD83C}" srcOrd="8" destOrd="0" presId="urn:microsoft.com/office/officeart/2018/2/layout/IconVerticalSolidList"/>
    <dgm:cxn modelId="{48CE27BD-F852-43AA-9F0D-3236B2DC32E5}" type="presParOf" srcId="{F07BDF17-49DA-440D-BBEA-0747948FD83C}" destId="{2B499416-573C-4209-ACAC-17F44DFD65ED}" srcOrd="0" destOrd="0" presId="urn:microsoft.com/office/officeart/2018/2/layout/IconVerticalSolidList"/>
    <dgm:cxn modelId="{3135597C-4AB6-4A8D-B42C-8F23AF7BF93A}" type="presParOf" srcId="{F07BDF17-49DA-440D-BBEA-0747948FD83C}" destId="{51F745AD-6FD5-4EBF-83B0-44B20731C90C}" srcOrd="1" destOrd="0" presId="urn:microsoft.com/office/officeart/2018/2/layout/IconVerticalSolidList"/>
    <dgm:cxn modelId="{4E62B586-F745-474B-BB60-2766EAFE3B05}" type="presParOf" srcId="{F07BDF17-49DA-440D-BBEA-0747948FD83C}" destId="{5A77089E-7B2E-49C5-88A6-CAD9448D223F}" srcOrd="2" destOrd="0" presId="urn:microsoft.com/office/officeart/2018/2/layout/IconVerticalSolidList"/>
    <dgm:cxn modelId="{AC83FB30-9253-4599-956A-5E5FE79A9A5A}" type="presParOf" srcId="{F07BDF17-49DA-440D-BBEA-0747948FD83C}" destId="{B8293462-927C-4696-AF20-B6209CD125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5E3B05-1284-4ECA-BDB9-52968FD59846}" type="doc">
      <dgm:prSet loTypeId="urn:microsoft.com/office/officeart/2005/8/layout/vProcess5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C3A8AE-9631-428C-9A31-1BE293B25E48}">
      <dgm:prSet/>
      <dgm:spPr/>
      <dgm:t>
        <a:bodyPr/>
        <a:lstStyle/>
        <a:p>
          <a:r>
            <a:rPr lang="en-US" b="1" dirty="0"/>
            <a:t>User Module: </a:t>
          </a:r>
          <a:r>
            <a:rPr lang="en-IN" dirty="0"/>
            <a:t>Patient Registration, Chat Interface, Reports, Appointment Scheduling, Medication Reminders, Profile Management, Notification System</a:t>
          </a:r>
          <a:endParaRPr lang="en-US" dirty="0"/>
        </a:p>
      </dgm:t>
    </dgm:pt>
    <dgm:pt modelId="{25A5B88A-289F-41D4-A153-5F55505A4820}" type="parTrans" cxnId="{937214A6-1793-402E-8ACB-7EF1F5DC0B86}">
      <dgm:prSet/>
      <dgm:spPr/>
      <dgm:t>
        <a:bodyPr/>
        <a:lstStyle/>
        <a:p>
          <a:endParaRPr lang="en-US"/>
        </a:p>
      </dgm:t>
    </dgm:pt>
    <dgm:pt modelId="{8B22ED39-30C7-4D95-8002-87D2CD450179}" type="sibTrans" cxnId="{937214A6-1793-402E-8ACB-7EF1F5DC0B86}">
      <dgm:prSet/>
      <dgm:spPr/>
      <dgm:t>
        <a:bodyPr/>
        <a:lstStyle/>
        <a:p>
          <a:endParaRPr lang="en-US"/>
        </a:p>
      </dgm:t>
    </dgm:pt>
    <dgm:pt modelId="{91431704-084C-4E32-B932-2E4C63A10116}">
      <dgm:prSet/>
      <dgm:spPr/>
      <dgm:t>
        <a:bodyPr/>
        <a:lstStyle/>
        <a:p>
          <a:r>
            <a:rPr lang="en-US" b="1" dirty="0"/>
            <a:t>Doctor Module: </a:t>
          </a:r>
          <a:r>
            <a:rPr lang="en-US" dirty="0"/>
            <a:t>Review Patient Chat Logs, Provide Feedback, Prescription Management, Patient Monitoring, Secure Messaging, Medical History Access, Consultation Scheduling</a:t>
          </a:r>
        </a:p>
      </dgm:t>
    </dgm:pt>
    <dgm:pt modelId="{9BB4773F-FDBF-48E8-AC5B-25C85CDBA156}" type="sibTrans" cxnId="{88CA4A40-B62E-488C-9EFC-FD7EAC143FE6}">
      <dgm:prSet/>
      <dgm:spPr/>
      <dgm:t>
        <a:bodyPr/>
        <a:lstStyle/>
        <a:p>
          <a:endParaRPr lang="en-US"/>
        </a:p>
      </dgm:t>
    </dgm:pt>
    <dgm:pt modelId="{CD3F6C66-57E0-499E-8A5E-66E82535370B}" type="parTrans" cxnId="{88CA4A40-B62E-488C-9EFC-FD7EAC143FE6}">
      <dgm:prSet/>
      <dgm:spPr/>
      <dgm:t>
        <a:bodyPr/>
        <a:lstStyle/>
        <a:p>
          <a:endParaRPr lang="en-US"/>
        </a:p>
      </dgm:t>
    </dgm:pt>
    <dgm:pt modelId="{6FF250C4-8A6B-4538-9C36-AC9D946F2617}">
      <dgm:prSet/>
      <dgm:spPr/>
      <dgm:t>
        <a:bodyPr/>
        <a:lstStyle/>
        <a:p>
          <a:r>
            <a:rPr lang="en-US" b="1" dirty="0"/>
            <a:t>AI Module: </a:t>
          </a:r>
          <a:r>
            <a:rPr lang="en-US" dirty="0"/>
            <a:t>Natural Language Processing (NLP), Symptom Analysis, Chatbot, Predictive Analytics, Knowledge Graph, Sentiment Analysis, Intent Identification</a:t>
          </a:r>
        </a:p>
      </dgm:t>
    </dgm:pt>
    <dgm:pt modelId="{3736EB4B-CAFA-425E-B13C-76E60AACC40E}" type="sibTrans" cxnId="{85CACE03-1988-499A-A1D7-9CF19323B933}">
      <dgm:prSet/>
      <dgm:spPr/>
      <dgm:t>
        <a:bodyPr/>
        <a:lstStyle/>
        <a:p>
          <a:endParaRPr lang="en-US"/>
        </a:p>
      </dgm:t>
    </dgm:pt>
    <dgm:pt modelId="{0FF830E0-35DF-4AC2-A563-657B3B0EEE24}" type="parTrans" cxnId="{85CACE03-1988-499A-A1D7-9CF19323B933}">
      <dgm:prSet/>
      <dgm:spPr/>
      <dgm:t>
        <a:bodyPr/>
        <a:lstStyle/>
        <a:p>
          <a:endParaRPr lang="en-US"/>
        </a:p>
      </dgm:t>
    </dgm:pt>
    <dgm:pt modelId="{78EB7CAB-4693-4A23-A9B3-6826A38CCC82}">
      <dgm:prSet/>
      <dgm:spPr/>
      <dgm:t>
        <a:bodyPr/>
        <a:lstStyle/>
        <a:p>
          <a:r>
            <a:rPr lang="en-US" b="1" dirty="0"/>
            <a:t>Data Module: </a:t>
          </a:r>
          <a:r>
            <a:rPr lang="en-US" dirty="0"/>
            <a:t>Data Storage, Data Analytics, Query Handling, Data Security, Integration, Data Backup, Data Visualization</a:t>
          </a:r>
        </a:p>
      </dgm:t>
    </dgm:pt>
    <dgm:pt modelId="{7A39B5F0-E4FB-46D2-8919-98012F48DAC1}" type="sibTrans" cxnId="{D3941903-A98E-488A-8971-5293A92A30B0}">
      <dgm:prSet/>
      <dgm:spPr/>
      <dgm:t>
        <a:bodyPr/>
        <a:lstStyle/>
        <a:p>
          <a:endParaRPr lang="en-US"/>
        </a:p>
      </dgm:t>
    </dgm:pt>
    <dgm:pt modelId="{7E76C810-3223-435F-859E-16BF29DB0138}" type="parTrans" cxnId="{D3941903-A98E-488A-8971-5293A92A30B0}">
      <dgm:prSet/>
      <dgm:spPr/>
      <dgm:t>
        <a:bodyPr/>
        <a:lstStyle/>
        <a:p>
          <a:endParaRPr lang="en-US"/>
        </a:p>
      </dgm:t>
    </dgm:pt>
    <dgm:pt modelId="{DEFDA69A-D0BE-4813-B4E4-712B6F5DD748}" type="pres">
      <dgm:prSet presAssocID="{895E3B05-1284-4ECA-BDB9-52968FD59846}" presName="outerComposite" presStyleCnt="0">
        <dgm:presLayoutVars>
          <dgm:chMax val="5"/>
          <dgm:dir/>
          <dgm:resizeHandles val="exact"/>
        </dgm:presLayoutVars>
      </dgm:prSet>
      <dgm:spPr/>
    </dgm:pt>
    <dgm:pt modelId="{DFE1BA33-84A0-4AE9-BAE9-001521E0CD82}" type="pres">
      <dgm:prSet presAssocID="{895E3B05-1284-4ECA-BDB9-52968FD59846}" presName="dummyMaxCanvas" presStyleCnt="0">
        <dgm:presLayoutVars/>
      </dgm:prSet>
      <dgm:spPr/>
    </dgm:pt>
    <dgm:pt modelId="{78F966D4-0C8E-4833-AC05-3B4FD05A40D3}" type="pres">
      <dgm:prSet presAssocID="{895E3B05-1284-4ECA-BDB9-52968FD59846}" presName="FourNodes_1" presStyleLbl="node1" presStyleIdx="0" presStyleCnt="4">
        <dgm:presLayoutVars>
          <dgm:bulletEnabled val="1"/>
        </dgm:presLayoutVars>
      </dgm:prSet>
      <dgm:spPr/>
    </dgm:pt>
    <dgm:pt modelId="{77C4A518-3CE0-4EE9-97F7-312694B235E3}" type="pres">
      <dgm:prSet presAssocID="{895E3B05-1284-4ECA-BDB9-52968FD59846}" presName="FourNodes_2" presStyleLbl="node1" presStyleIdx="1" presStyleCnt="4">
        <dgm:presLayoutVars>
          <dgm:bulletEnabled val="1"/>
        </dgm:presLayoutVars>
      </dgm:prSet>
      <dgm:spPr/>
    </dgm:pt>
    <dgm:pt modelId="{F2D2ACDE-949F-4BA0-9441-EB687C4B03D8}" type="pres">
      <dgm:prSet presAssocID="{895E3B05-1284-4ECA-BDB9-52968FD59846}" presName="FourNodes_3" presStyleLbl="node1" presStyleIdx="2" presStyleCnt="4">
        <dgm:presLayoutVars>
          <dgm:bulletEnabled val="1"/>
        </dgm:presLayoutVars>
      </dgm:prSet>
      <dgm:spPr/>
    </dgm:pt>
    <dgm:pt modelId="{AE541D9D-8483-4AF7-922E-BCCC3F2A286D}" type="pres">
      <dgm:prSet presAssocID="{895E3B05-1284-4ECA-BDB9-52968FD59846}" presName="FourNodes_4" presStyleLbl="node1" presStyleIdx="3" presStyleCnt="4">
        <dgm:presLayoutVars>
          <dgm:bulletEnabled val="1"/>
        </dgm:presLayoutVars>
      </dgm:prSet>
      <dgm:spPr/>
    </dgm:pt>
    <dgm:pt modelId="{8049A77C-5B24-45D8-A613-952005E5C196}" type="pres">
      <dgm:prSet presAssocID="{895E3B05-1284-4ECA-BDB9-52968FD59846}" presName="FourConn_1-2" presStyleLbl="fgAccFollowNode1" presStyleIdx="0" presStyleCnt="3">
        <dgm:presLayoutVars>
          <dgm:bulletEnabled val="1"/>
        </dgm:presLayoutVars>
      </dgm:prSet>
      <dgm:spPr/>
    </dgm:pt>
    <dgm:pt modelId="{071B14F1-D07F-4140-8ECD-7ADBBE6C102F}" type="pres">
      <dgm:prSet presAssocID="{895E3B05-1284-4ECA-BDB9-52968FD59846}" presName="FourConn_2-3" presStyleLbl="fgAccFollowNode1" presStyleIdx="1" presStyleCnt="3">
        <dgm:presLayoutVars>
          <dgm:bulletEnabled val="1"/>
        </dgm:presLayoutVars>
      </dgm:prSet>
      <dgm:spPr/>
    </dgm:pt>
    <dgm:pt modelId="{A9E9C0DB-69E3-4B3D-AAFF-47D95CDD3413}" type="pres">
      <dgm:prSet presAssocID="{895E3B05-1284-4ECA-BDB9-52968FD59846}" presName="FourConn_3-4" presStyleLbl="fgAccFollowNode1" presStyleIdx="2" presStyleCnt="3">
        <dgm:presLayoutVars>
          <dgm:bulletEnabled val="1"/>
        </dgm:presLayoutVars>
      </dgm:prSet>
      <dgm:spPr/>
    </dgm:pt>
    <dgm:pt modelId="{E7660B6E-39CF-415B-BC26-635B010AF9BD}" type="pres">
      <dgm:prSet presAssocID="{895E3B05-1284-4ECA-BDB9-52968FD59846}" presName="FourNodes_1_text" presStyleLbl="node1" presStyleIdx="3" presStyleCnt="4">
        <dgm:presLayoutVars>
          <dgm:bulletEnabled val="1"/>
        </dgm:presLayoutVars>
      </dgm:prSet>
      <dgm:spPr/>
    </dgm:pt>
    <dgm:pt modelId="{835D529B-829D-4497-A555-7D5DB8002077}" type="pres">
      <dgm:prSet presAssocID="{895E3B05-1284-4ECA-BDB9-52968FD59846}" presName="FourNodes_2_text" presStyleLbl="node1" presStyleIdx="3" presStyleCnt="4">
        <dgm:presLayoutVars>
          <dgm:bulletEnabled val="1"/>
        </dgm:presLayoutVars>
      </dgm:prSet>
      <dgm:spPr/>
    </dgm:pt>
    <dgm:pt modelId="{52876CDD-BA12-42E4-B00D-8CFF3F169A46}" type="pres">
      <dgm:prSet presAssocID="{895E3B05-1284-4ECA-BDB9-52968FD59846}" presName="FourNodes_3_text" presStyleLbl="node1" presStyleIdx="3" presStyleCnt="4">
        <dgm:presLayoutVars>
          <dgm:bulletEnabled val="1"/>
        </dgm:presLayoutVars>
      </dgm:prSet>
      <dgm:spPr/>
    </dgm:pt>
    <dgm:pt modelId="{AF0AF894-A9FB-4904-8A3A-56827E226A4E}" type="pres">
      <dgm:prSet presAssocID="{895E3B05-1284-4ECA-BDB9-52968FD5984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30CBB02-8B00-45F4-A12A-C0039EC0DA12}" type="presOf" srcId="{9BB4773F-FDBF-48E8-AC5B-25C85CDBA156}" destId="{071B14F1-D07F-4140-8ECD-7ADBBE6C102F}" srcOrd="0" destOrd="0" presId="urn:microsoft.com/office/officeart/2005/8/layout/vProcess5"/>
    <dgm:cxn modelId="{D3941903-A98E-488A-8971-5293A92A30B0}" srcId="{895E3B05-1284-4ECA-BDB9-52968FD59846}" destId="{78EB7CAB-4693-4A23-A9B3-6826A38CCC82}" srcOrd="3" destOrd="0" parTransId="{7E76C810-3223-435F-859E-16BF29DB0138}" sibTransId="{7A39B5F0-E4FB-46D2-8919-98012F48DAC1}"/>
    <dgm:cxn modelId="{85CACE03-1988-499A-A1D7-9CF19323B933}" srcId="{895E3B05-1284-4ECA-BDB9-52968FD59846}" destId="{6FF250C4-8A6B-4538-9C36-AC9D946F2617}" srcOrd="2" destOrd="0" parTransId="{0FF830E0-35DF-4AC2-A563-657B3B0EEE24}" sibTransId="{3736EB4B-CAFA-425E-B13C-76E60AACC40E}"/>
    <dgm:cxn modelId="{999A710F-0725-4728-8682-4D9F8B189B70}" type="presOf" srcId="{82C3A8AE-9631-428C-9A31-1BE293B25E48}" destId="{E7660B6E-39CF-415B-BC26-635B010AF9BD}" srcOrd="1" destOrd="0" presId="urn:microsoft.com/office/officeart/2005/8/layout/vProcess5"/>
    <dgm:cxn modelId="{27979611-0E37-4BDC-82BC-FBDA17DDA663}" type="presOf" srcId="{91431704-084C-4E32-B932-2E4C63A10116}" destId="{835D529B-829D-4497-A555-7D5DB8002077}" srcOrd="1" destOrd="0" presId="urn:microsoft.com/office/officeart/2005/8/layout/vProcess5"/>
    <dgm:cxn modelId="{88CA4A40-B62E-488C-9EFC-FD7EAC143FE6}" srcId="{895E3B05-1284-4ECA-BDB9-52968FD59846}" destId="{91431704-084C-4E32-B932-2E4C63A10116}" srcOrd="1" destOrd="0" parTransId="{CD3F6C66-57E0-499E-8A5E-66E82535370B}" sibTransId="{9BB4773F-FDBF-48E8-AC5B-25C85CDBA156}"/>
    <dgm:cxn modelId="{E3B4AB40-FD17-4898-BBFA-BD4D197C915E}" type="presOf" srcId="{6FF250C4-8A6B-4538-9C36-AC9D946F2617}" destId="{52876CDD-BA12-42E4-B00D-8CFF3F169A46}" srcOrd="1" destOrd="0" presId="urn:microsoft.com/office/officeart/2005/8/layout/vProcess5"/>
    <dgm:cxn modelId="{D6C98165-9C40-478F-9F15-58AAD0823F7C}" type="presOf" srcId="{8B22ED39-30C7-4D95-8002-87D2CD450179}" destId="{8049A77C-5B24-45D8-A613-952005E5C196}" srcOrd="0" destOrd="0" presId="urn:microsoft.com/office/officeart/2005/8/layout/vProcess5"/>
    <dgm:cxn modelId="{28A51D59-0A6F-495A-8714-193751796042}" type="presOf" srcId="{82C3A8AE-9631-428C-9A31-1BE293B25E48}" destId="{78F966D4-0C8E-4833-AC05-3B4FD05A40D3}" srcOrd="0" destOrd="0" presId="urn:microsoft.com/office/officeart/2005/8/layout/vProcess5"/>
    <dgm:cxn modelId="{3B7D56A1-E43A-4B9D-8865-89A453135AE2}" type="presOf" srcId="{78EB7CAB-4693-4A23-A9B3-6826A38CCC82}" destId="{AF0AF894-A9FB-4904-8A3A-56827E226A4E}" srcOrd="1" destOrd="0" presId="urn:microsoft.com/office/officeart/2005/8/layout/vProcess5"/>
    <dgm:cxn modelId="{BEB9ABA1-2023-49DB-B632-26027319E5E6}" type="presOf" srcId="{78EB7CAB-4693-4A23-A9B3-6826A38CCC82}" destId="{AE541D9D-8483-4AF7-922E-BCCC3F2A286D}" srcOrd="0" destOrd="0" presId="urn:microsoft.com/office/officeart/2005/8/layout/vProcess5"/>
    <dgm:cxn modelId="{937214A6-1793-402E-8ACB-7EF1F5DC0B86}" srcId="{895E3B05-1284-4ECA-BDB9-52968FD59846}" destId="{82C3A8AE-9631-428C-9A31-1BE293B25E48}" srcOrd="0" destOrd="0" parTransId="{25A5B88A-289F-41D4-A153-5F55505A4820}" sibTransId="{8B22ED39-30C7-4D95-8002-87D2CD450179}"/>
    <dgm:cxn modelId="{78B581A9-E070-4DAF-ACB5-65DCE69DF73F}" type="presOf" srcId="{3736EB4B-CAFA-425E-B13C-76E60AACC40E}" destId="{A9E9C0DB-69E3-4B3D-AAFF-47D95CDD3413}" srcOrd="0" destOrd="0" presId="urn:microsoft.com/office/officeart/2005/8/layout/vProcess5"/>
    <dgm:cxn modelId="{673414B0-963D-4AFC-A957-E5A248B5E59D}" type="presOf" srcId="{91431704-084C-4E32-B932-2E4C63A10116}" destId="{77C4A518-3CE0-4EE9-97F7-312694B235E3}" srcOrd="0" destOrd="0" presId="urn:microsoft.com/office/officeart/2005/8/layout/vProcess5"/>
    <dgm:cxn modelId="{6D28A6D0-84EC-4403-A8F8-FDCFD99E512B}" type="presOf" srcId="{895E3B05-1284-4ECA-BDB9-52968FD59846}" destId="{DEFDA69A-D0BE-4813-B4E4-712B6F5DD748}" srcOrd="0" destOrd="0" presId="urn:microsoft.com/office/officeart/2005/8/layout/vProcess5"/>
    <dgm:cxn modelId="{F12258F2-2C6A-4CEB-A11E-B39FA55D13AD}" type="presOf" srcId="{6FF250C4-8A6B-4538-9C36-AC9D946F2617}" destId="{F2D2ACDE-949F-4BA0-9441-EB687C4B03D8}" srcOrd="0" destOrd="0" presId="urn:microsoft.com/office/officeart/2005/8/layout/vProcess5"/>
    <dgm:cxn modelId="{9A3F2FC8-4197-421A-AE3D-2AC4076EF1A4}" type="presParOf" srcId="{DEFDA69A-D0BE-4813-B4E4-712B6F5DD748}" destId="{DFE1BA33-84A0-4AE9-BAE9-001521E0CD82}" srcOrd="0" destOrd="0" presId="urn:microsoft.com/office/officeart/2005/8/layout/vProcess5"/>
    <dgm:cxn modelId="{A0F394DD-423F-4D1A-939F-4A3C66D414D5}" type="presParOf" srcId="{DEFDA69A-D0BE-4813-B4E4-712B6F5DD748}" destId="{78F966D4-0C8E-4833-AC05-3B4FD05A40D3}" srcOrd="1" destOrd="0" presId="urn:microsoft.com/office/officeart/2005/8/layout/vProcess5"/>
    <dgm:cxn modelId="{7C93BF2E-4D2E-447A-B623-FFB2DE9BF73C}" type="presParOf" srcId="{DEFDA69A-D0BE-4813-B4E4-712B6F5DD748}" destId="{77C4A518-3CE0-4EE9-97F7-312694B235E3}" srcOrd="2" destOrd="0" presId="urn:microsoft.com/office/officeart/2005/8/layout/vProcess5"/>
    <dgm:cxn modelId="{8A4A4003-F8B1-429E-B952-952CECAE623A}" type="presParOf" srcId="{DEFDA69A-D0BE-4813-B4E4-712B6F5DD748}" destId="{F2D2ACDE-949F-4BA0-9441-EB687C4B03D8}" srcOrd="3" destOrd="0" presId="urn:microsoft.com/office/officeart/2005/8/layout/vProcess5"/>
    <dgm:cxn modelId="{F25AE5CE-8B74-4BC8-92C0-19B8E3B187F6}" type="presParOf" srcId="{DEFDA69A-D0BE-4813-B4E4-712B6F5DD748}" destId="{AE541D9D-8483-4AF7-922E-BCCC3F2A286D}" srcOrd="4" destOrd="0" presId="urn:microsoft.com/office/officeart/2005/8/layout/vProcess5"/>
    <dgm:cxn modelId="{12DDC40A-7913-4528-9D9B-7754FE8A43BF}" type="presParOf" srcId="{DEFDA69A-D0BE-4813-B4E4-712B6F5DD748}" destId="{8049A77C-5B24-45D8-A613-952005E5C196}" srcOrd="5" destOrd="0" presId="urn:microsoft.com/office/officeart/2005/8/layout/vProcess5"/>
    <dgm:cxn modelId="{8795718C-B73C-49EB-B1AA-299AABB7EA88}" type="presParOf" srcId="{DEFDA69A-D0BE-4813-B4E4-712B6F5DD748}" destId="{071B14F1-D07F-4140-8ECD-7ADBBE6C102F}" srcOrd="6" destOrd="0" presId="urn:microsoft.com/office/officeart/2005/8/layout/vProcess5"/>
    <dgm:cxn modelId="{E15001D3-9CD1-42F1-9866-EB015D12D0D9}" type="presParOf" srcId="{DEFDA69A-D0BE-4813-B4E4-712B6F5DD748}" destId="{A9E9C0DB-69E3-4B3D-AAFF-47D95CDD3413}" srcOrd="7" destOrd="0" presId="urn:microsoft.com/office/officeart/2005/8/layout/vProcess5"/>
    <dgm:cxn modelId="{A2D8944F-4493-491C-8696-1F8C85785F41}" type="presParOf" srcId="{DEFDA69A-D0BE-4813-B4E4-712B6F5DD748}" destId="{E7660B6E-39CF-415B-BC26-635B010AF9BD}" srcOrd="8" destOrd="0" presId="urn:microsoft.com/office/officeart/2005/8/layout/vProcess5"/>
    <dgm:cxn modelId="{E710768D-4BA4-4A6C-B544-5AD2C18E17DC}" type="presParOf" srcId="{DEFDA69A-D0BE-4813-B4E4-712B6F5DD748}" destId="{835D529B-829D-4497-A555-7D5DB8002077}" srcOrd="9" destOrd="0" presId="urn:microsoft.com/office/officeart/2005/8/layout/vProcess5"/>
    <dgm:cxn modelId="{310A5D71-482E-4869-9FEC-2CCCD2CF2D9B}" type="presParOf" srcId="{DEFDA69A-D0BE-4813-B4E4-712B6F5DD748}" destId="{52876CDD-BA12-42E4-B00D-8CFF3F169A46}" srcOrd="10" destOrd="0" presId="urn:microsoft.com/office/officeart/2005/8/layout/vProcess5"/>
    <dgm:cxn modelId="{7BCFE2A8-7074-4AA7-A932-E08A997CD428}" type="presParOf" srcId="{DEFDA69A-D0BE-4813-B4E4-712B6F5DD748}" destId="{AF0AF894-A9FB-4904-8A3A-56827E226A4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7BE776-885A-40D0-9E33-DF821B1F4A2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ABF0E9-67C4-4D72-8363-072418AF8F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JWT tokens used for authentication and session control</a:t>
          </a:r>
        </a:p>
      </dgm:t>
    </dgm:pt>
    <dgm:pt modelId="{96F6000A-D1E1-44AE-865A-F78B4F81F7DC}" type="parTrans" cxnId="{165BB2BB-8954-4840-AF2C-AABD07906CD2}">
      <dgm:prSet/>
      <dgm:spPr/>
      <dgm:t>
        <a:bodyPr/>
        <a:lstStyle/>
        <a:p>
          <a:endParaRPr lang="en-US"/>
        </a:p>
      </dgm:t>
    </dgm:pt>
    <dgm:pt modelId="{D5A1E2DA-79D7-418F-9DA0-B300E18D7F83}" type="sibTrans" cxnId="{165BB2BB-8954-4840-AF2C-AABD07906CD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84E818-C00F-4281-A350-AFD5E40BA8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validation on both frontend and backend layers</a:t>
          </a:r>
        </a:p>
      </dgm:t>
    </dgm:pt>
    <dgm:pt modelId="{29B837B4-0566-42CF-BD80-FF59C1441D6E}" type="parTrans" cxnId="{90057892-33F0-4EB7-8D76-BB5DAF20BC57}">
      <dgm:prSet/>
      <dgm:spPr/>
      <dgm:t>
        <a:bodyPr/>
        <a:lstStyle/>
        <a:p>
          <a:endParaRPr lang="en-US"/>
        </a:p>
      </dgm:t>
    </dgm:pt>
    <dgm:pt modelId="{4A81E366-9458-4F43-BC39-320C834534C4}" type="sibTrans" cxnId="{90057892-33F0-4EB7-8D76-BB5DAF20BC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0009EE-77BE-4A90-90AA-E139A4F12D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Regular audits for data access and security logging.</a:t>
          </a:r>
        </a:p>
      </dgm:t>
    </dgm:pt>
    <dgm:pt modelId="{CE39BFEE-E8CF-4217-B946-DB25A439224E}" type="parTrans" cxnId="{3EA601A9-B1B2-49FA-B7C6-BCE09FE5207E}">
      <dgm:prSet/>
      <dgm:spPr/>
      <dgm:t>
        <a:bodyPr/>
        <a:lstStyle/>
        <a:p>
          <a:endParaRPr lang="en-US"/>
        </a:p>
      </dgm:t>
    </dgm:pt>
    <dgm:pt modelId="{B37526E0-A4DD-461F-B10E-9E6F51B64B4D}" type="sibTrans" cxnId="{3EA601A9-B1B2-49FA-B7C6-BCE09FE5207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5B5D58-E563-45D7-98B5-8BA414438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Secure HTTPS communication between clients and servers</a:t>
          </a:r>
        </a:p>
      </dgm:t>
    </dgm:pt>
    <dgm:pt modelId="{AFF61AA6-5FBE-49A9-BF4B-C5D08CEBC98A}" type="parTrans" cxnId="{147D9069-4C8B-41C7-9CEE-2DAACC9B01AE}">
      <dgm:prSet/>
      <dgm:spPr/>
      <dgm:t>
        <a:bodyPr/>
        <a:lstStyle/>
        <a:p>
          <a:endParaRPr lang="en-US"/>
        </a:p>
      </dgm:t>
    </dgm:pt>
    <dgm:pt modelId="{B3EABCC4-0E13-4DA7-9E8A-D2B2FFDA1969}" type="sibTrans" cxnId="{147D9069-4C8B-41C7-9CEE-2DAACC9B01AE}">
      <dgm:prSet/>
      <dgm:spPr/>
      <dgm:t>
        <a:bodyPr/>
        <a:lstStyle/>
        <a:p>
          <a:endParaRPr lang="en-US"/>
        </a:p>
      </dgm:t>
    </dgm:pt>
    <dgm:pt modelId="{D4071DFD-BA9A-4B2E-A1FB-28CF933161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medical data is stored with encryption and privacy compliance </a:t>
          </a:r>
        </a:p>
      </dgm:t>
    </dgm:pt>
    <dgm:pt modelId="{C4298F37-918F-4013-8205-CC47331EA385}" type="sibTrans" cxnId="{F7CBA41D-BEED-4613-95B1-76B471F329D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9AD788-9655-45A6-ACA5-424F05101F10}" type="parTrans" cxnId="{F7CBA41D-BEED-4613-95B1-76B471F329D5}">
      <dgm:prSet/>
      <dgm:spPr/>
      <dgm:t>
        <a:bodyPr/>
        <a:lstStyle/>
        <a:p>
          <a:endParaRPr lang="en-US"/>
        </a:p>
      </dgm:t>
    </dgm:pt>
    <dgm:pt modelId="{19F2504D-BC6E-4178-B6E9-81F807AA2380}" type="pres">
      <dgm:prSet presAssocID="{DA7BE776-885A-40D0-9E33-DF821B1F4A29}" presName="root" presStyleCnt="0">
        <dgm:presLayoutVars>
          <dgm:dir/>
          <dgm:resizeHandles val="exact"/>
        </dgm:presLayoutVars>
      </dgm:prSet>
      <dgm:spPr/>
    </dgm:pt>
    <dgm:pt modelId="{9E80069D-4FED-4B52-B494-1F88B809231D}" type="pres">
      <dgm:prSet presAssocID="{DA7BE776-885A-40D0-9E33-DF821B1F4A29}" presName="container" presStyleCnt="0">
        <dgm:presLayoutVars>
          <dgm:dir/>
          <dgm:resizeHandles val="exact"/>
        </dgm:presLayoutVars>
      </dgm:prSet>
      <dgm:spPr/>
    </dgm:pt>
    <dgm:pt modelId="{CDD04D8F-2F28-4FFF-A4CD-24AD79009B98}" type="pres">
      <dgm:prSet presAssocID="{D4071DFD-BA9A-4B2E-A1FB-28CF93316120}" presName="compNode" presStyleCnt="0"/>
      <dgm:spPr/>
    </dgm:pt>
    <dgm:pt modelId="{128B9A06-2AAE-474B-A548-C7B357194A6A}" type="pres">
      <dgm:prSet presAssocID="{D4071DFD-BA9A-4B2E-A1FB-28CF93316120}" presName="iconBgRect" presStyleLbl="bgShp" presStyleIdx="0" presStyleCnt="5" custLinFactNeighborX="40471" custLinFactNeighborY="95266"/>
      <dgm:spPr>
        <a:solidFill>
          <a:schemeClr val="bg2">
            <a:lumMod val="75000"/>
          </a:schemeClr>
        </a:solidFill>
      </dgm:spPr>
    </dgm:pt>
    <dgm:pt modelId="{14252950-6071-40A1-9A32-43AC1F4A2D15}" type="pres">
      <dgm:prSet presAssocID="{D4071DFD-BA9A-4B2E-A1FB-28CF93316120}" presName="iconRect" presStyleLbl="node1" presStyleIdx="0" presStyleCnt="5" custLinFactY="65345" custLinFactNeighborX="70157" custLinFactNeighborY="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solidFill>
            <a:schemeClr val="bg2">
              <a:lumMod val="75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6A0EEBB-F131-405D-B5B8-052447FC18B0}" type="pres">
      <dgm:prSet presAssocID="{D4071DFD-BA9A-4B2E-A1FB-28CF93316120}" presName="spaceRect" presStyleCnt="0"/>
      <dgm:spPr/>
    </dgm:pt>
    <dgm:pt modelId="{D6386F67-CC90-4E7F-B6CC-526EF0B1D300}" type="pres">
      <dgm:prSet presAssocID="{D4071DFD-BA9A-4B2E-A1FB-28CF93316120}" presName="textRect" presStyleLbl="revTx" presStyleIdx="0" presStyleCnt="5" custLinFactY="1179" custLinFactNeighborX="12351" custLinFactNeighborY="100000">
        <dgm:presLayoutVars>
          <dgm:chMax val="1"/>
          <dgm:chPref val="1"/>
        </dgm:presLayoutVars>
      </dgm:prSet>
      <dgm:spPr/>
    </dgm:pt>
    <dgm:pt modelId="{C9D721D5-F692-4D8A-AD47-65FEB6DAB37E}" type="pres">
      <dgm:prSet presAssocID="{C4298F37-918F-4013-8205-CC47331EA385}" presName="sibTrans" presStyleLbl="sibTrans2D1" presStyleIdx="0" presStyleCnt="0"/>
      <dgm:spPr/>
    </dgm:pt>
    <dgm:pt modelId="{8A5796C6-E563-4648-A9CB-C5D8A0B86C47}" type="pres">
      <dgm:prSet presAssocID="{28ABF0E9-67C4-4D72-8363-072418AF8F8E}" presName="compNode" presStyleCnt="0"/>
      <dgm:spPr/>
    </dgm:pt>
    <dgm:pt modelId="{AA65F4CD-513A-4E84-BA90-14D68F8240D4}" type="pres">
      <dgm:prSet presAssocID="{28ABF0E9-67C4-4D72-8363-072418AF8F8E}" presName="iconBgRect" presStyleLbl="bgShp" presStyleIdx="1" presStyleCnt="5" custLinFactNeighborX="26394" custLinFactNeighborY="95266"/>
      <dgm:spPr>
        <a:solidFill>
          <a:schemeClr val="accent2">
            <a:lumMod val="40000"/>
            <a:lumOff val="60000"/>
          </a:schemeClr>
        </a:solidFill>
      </dgm:spPr>
    </dgm:pt>
    <dgm:pt modelId="{C7661AD7-1310-4441-B0DA-97E39B72B943}" type="pres">
      <dgm:prSet presAssocID="{28ABF0E9-67C4-4D72-8363-072418AF8F8E}" presName="iconRect" presStyleLbl="node1" presStyleIdx="1" presStyleCnt="5" custLinFactY="61552" custLinFactNeighborX="45508" custLinFactNeighborY="10000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solidFill>
            <a:schemeClr val="accent2">
              <a:lumMod val="40000"/>
              <a:lumOff val="6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D6A91D2-81AA-4A90-B054-8F51C3BE6B6C}" type="pres">
      <dgm:prSet presAssocID="{28ABF0E9-67C4-4D72-8363-072418AF8F8E}" presName="spaceRect" presStyleCnt="0"/>
      <dgm:spPr/>
    </dgm:pt>
    <dgm:pt modelId="{C9ED1762-A919-4924-AFF9-510F5E0F8F57}" type="pres">
      <dgm:prSet presAssocID="{28ABF0E9-67C4-4D72-8363-072418AF8F8E}" presName="textRect" presStyleLbl="revTx" presStyleIdx="1" presStyleCnt="5" custLinFactY="1619" custLinFactNeighborX="5599" custLinFactNeighborY="100000">
        <dgm:presLayoutVars>
          <dgm:chMax val="1"/>
          <dgm:chPref val="1"/>
        </dgm:presLayoutVars>
      </dgm:prSet>
      <dgm:spPr/>
    </dgm:pt>
    <dgm:pt modelId="{76D9555E-14AE-48B9-9187-C996AE7BB84D}" type="pres">
      <dgm:prSet presAssocID="{D5A1E2DA-79D7-418F-9DA0-B300E18D7F83}" presName="sibTrans" presStyleLbl="sibTrans2D1" presStyleIdx="0" presStyleCnt="0"/>
      <dgm:spPr/>
    </dgm:pt>
    <dgm:pt modelId="{23B3E125-0DE1-4207-8E9F-05F444A8EAEF}" type="pres">
      <dgm:prSet presAssocID="{CB84E818-C00F-4281-A350-AFD5E40BA8DB}" presName="compNode" presStyleCnt="0"/>
      <dgm:spPr/>
    </dgm:pt>
    <dgm:pt modelId="{02ACBF44-D5C3-42A1-9336-22EB5ABCE71F}" type="pres">
      <dgm:prSet presAssocID="{CB84E818-C00F-4281-A350-AFD5E40BA8DB}" presName="iconBgRect" presStyleLbl="bgShp" presStyleIdx="2" presStyleCnt="5" custLinFactNeighborX="40821" custLinFactNeighborY="27931"/>
      <dgm:spPr>
        <a:solidFill>
          <a:schemeClr val="accent1">
            <a:lumMod val="40000"/>
            <a:lumOff val="60000"/>
          </a:schemeClr>
        </a:solidFill>
      </dgm:spPr>
    </dgm:pt>
    <dgm:pt modelId="{51BB0B53-F73C-4E69-89B3-FAF30C3BFB28}" type="pres">
      <dgm:prSet presAssocID="{CB84E818-C00F-4281-A350-AFD5E40BA8DB}" presName="iconRect" presStyleLbl="node1" presStyleIdx="2" presStyleCnt="5" custLinFactNeighborX="74148" custLinFactNeighborY="4626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solidFill>
            <a:schemeClr val="accent1">
              <a:lumMod val="40000"/>
              <a:lumOff val="6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62B08A4-7540-4EEF-975D-71135D43BF98}" type="pres">
      <dgm:prSet presAssocID="{CB84E818-C00F-4281-A350-AFD5E40BA8DB}" presName="spaceRect" presStyleCnt="0"/>
      <dgm:spPr/>
    </dgm:pt>
    <dgm:pt modelId="{F79BFF58-123C-4FA6-9D3D-7932535AFBA4}" type="pres">
      <dgm:prSet presAssocID="{CB84E818-C00F-4281-A350-AFD5E40BA8DB}" presName="textRect" presStyleLbl="revTx" presStyleIdx="2" presStyleCnt="5" custLinFactNeighborX="11471" custLinFactNeighborY="30480">
        <dgm:presLayoutVars>
          <dgm:chMax val="1"/>
          <dgm:chPref val="1"/>
        </dgm:presLayoutVars>
      </dgm:prSet>
      <dgm:spPr/>
    </dgm:pt>
    <dgm:pt modelId="{B4680335-0A84-4C90-B16E-85EC931AB5FE}" type="pres">
      <dgm:prSet presAssocID="{4A81E366-9458-4F43-BC39-320C834534C4}" presName="sibTrans" presStyleLbl="sibTrans2D1" presStyleIdx="0" presStyleCnt="0"/>
      <dgm:spPr/>
    </dgm:pt>
    <dgm:pt modelId="{A4B86906-21BE-4EFB-8AD4-42FD461D9196}" type="pres">
      <dgm:prSet presAssocID="{480009EE-77BE-4A90-90AA-E139A4F12D66}" presName="compNode" presStyleCnt="0"/>
      <dgm:spPr/>
    </dgm:pt>
    <dgm:pt modelId="{55DA87BF-D489-47A9-AFBF-8B4392EE508C}" type="pres">
      <dgm:prSet presAssocID="{480009EE-77BE-4A90-90AA-E139A4F12D66}" presName="iconBgRect" presStyleLbl="bgShp" presStyleIdx="3" presStyleCnt="5" custLinFactNeighborX="29694" custLinFactNeighborY="28374"/>
      <dgm:spPr>
        <a:solidFill>
          <a:schemeClr val="tx2">
            <a:lumMod val="40000"/>
            <a:lumOff val="60000"/>
          </a:schemeClr>
        </a:solidFill>
      </dgm:spPr>
    </dgm:pt>
    <dgm:pt modelId="{D8A25491-A03E-49EC-9196-68B7A1DB4A87}" type="pres">
      <dgm:prSet presAssocID="{480009EE-77BE-4A90-90AA-E139A4F12D66}" presName="iconRect" presStyleLbl="node1" presStyleIdx="3" presStyleCnt="5" custLinFactNeighborX="50058" custLinFactNeighborY="53471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solidFill>
            <a:schemeClr val="tx2">
              <a:lumMod val="40000"/>
              <a:lumOff val="6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73EFBE-1952-44F6-B9D8-B80171B7205C}" type="pres">
      <dgm:prSet presAssocID="{480009EE-77BE-4A90-90AA-E139A4F12D66}" presName="spaceRect" presStyleCnt="0"/>
      <dgm:spPr/>
    </dgm:pt>
    <dgm:pt modelId="{A6753CC7-2524-4858-8641-B20F3B6BA00F}" type="pres">
      <dgm:prSet presAssocID="{480009EE-77BE-4A90-90AA-E139A4F12D66}" presName="textRect" presStyleLbl="revTx" presStyleIdx="3" presStyleCnt="5" custLinFactNeighborX="14736" custLinFactNeighborY="29694">
        <dgm:presLayoutVars>
          <dgm:chMax val="1"/>
          <dgm:chPref val="1"/>
        </dgm:presLayoutVars>
      </dgm:prSet>
      <dgm:spPr/>
    </dgm:pt>
    <dgm:pt modelId="{520BF9FB-2AA8-4252-A5D2-92F986899020}" type="pres">
      <dgm:prSet presAssocID="{B37526E0-A4DD-461F-B10E-9E6F51B64B4D}" presName="sibTrans" presStyleLbl="sibTrans2D1" presStyleIdx="0" presStyleCnt="0"/>
      <dgm:spPr/>
    </dgm:pt>
    <dgm:pt modelId="{7FD9B5C0-9672-45A1-AC69-68698E119F5D}" type="pres">
      <dgm:prSet presAssocID="{805B5D58-E563-45D7-98B5-8BA414438CFE}" presName="compNode" presStyleCnt="0"/>
      <dgm:spPr/>
    </dgm:pt>
    <dgm:pt modelId="{3873F39D-1AAF-46A9-A4EC-EE63D143D607}" type="pres">
      <dgm:prSet presAssocID="{805B5D58-E563-45D7-98B5-8BA414438CFE}" presName="iconBgRect" presStyleLbl="bgShp" presStyleIdx="4" presStyleCnt="5" custLinFactX="100000" custLinFactNeighborX="126993" custLinFactNeighborY="-18476"/>
      <dgm:spPr>
        <a:solidFill>
          <a:schemeClr val="accent4">
            <a:lumMod val="40000"/>
            <a:lumOff val="60000"/>
          </a:schemeClr>
        </a:solidFill>
      </dgm:spPr>
    </dgm:pt>
    <dgm:pt modelId="{64F212F5-5C91-4122-BEEA-4880CC89E16B}" type="pres">
      <dgm:prSet presAssocID="{805B5D58-E563-45D7-98B5-8BA414438CFE}" presName="iconRect" presStyleLbl="node1" presStyleIdx="4" presStyleCnt="5" custLinFactX="186703" custLinFactNeighborX="200000" custLinFactNeighborY="-26871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solidFill>
            <a:schemeClr val="accent4">
              <a:lumMod val="40000"/>
              <a:lumOff val="60000"/>
            </a:schemeClr>
          </a:solidFill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DF2A932-493F-4D2F-AA4C-7AA3813B8795}" type="pres">
      <dgm:prSet presAssocID="{805B5D58-E563-45D7-98B5-8BA414438CFE}" presName="spaceRect" presStyleCnt="0"/>
      <dgm:spPr/>
    </dgm:pt>
    <dgm:pt modelId="{B44DA7BC-1BB7-462A-87C5-367D993A59E7}" type="pres">
      <dgm:prSet presAssocID="{805B5D58-E563-45D7-98B5-8BA414438CFE}" presName="textRect" presStyleLbl="revTx" presStyleIdx="4" presStyleCnt="5" custScaleX="89991" custScaleY="90135" custLinFactNeighborX="88741" custLinFactNeighborY="-13198">
        <dgm:presLayoutVars>
          <dgm:chMax val="1"/>
          <dgm:chPref val="1"/>
        </dgm:presLayoutVars>
      </dgm:prSet>
      <dgm:spPr/>
    </dgm:pt>
  </dgm:ptLst>
  <dgm:cxnLst>
    <dgm:cxn modelId="{F7CBA41D-BEED-4613-95B1-76B471F329D5}" srcId="{DA7BE776-885A-40D0-9E33-DF821B1F4A29}" destId="{D4071DFD-BA9A-4B2E-A1FB-28CF93316120}" srcOrd="0" destOrd="0" parTransId="{C09AD788-9655-45A6-ACA5-424F05101F10}" sibTransId="{C4298F37-918F-4013-8205-CC47331EA385}"/>
    <dgm:cxn modelId="{147D9069-4C8B-41C7-9CEE-2DAACC9B01AE}" srcId="{DA7BE776-885A-40D0-9E33-DF821B1F4A29}" destId="{805B5D58-E563-45D7-98B5-8BA414438CFE}" srcOrd="4" destOrd="0" parTransId="{AFF61AA6-5FBE-49A9-BF4B-C5D08CEBC98A}" sibTransId="{B3EABCC4-0E13-4DA7-9E8A-D2B2FFDA1969}"/>
    <dgm:cxn modelId="{8F9C0F51-0339-4EB9-94D4-3F4A6DF31E3E}" type="presOf" srcId="{4A81E366-9458-4F43-BC39-320C834534C4}" destId="{B4680335-0A84-4C90-B16E-85EC931AB5FE}" srcOrd="0" destOrd="0" presId="urn:microsoft.com/office/officeart/2018/2/layout/IconCircleList"/>
    <dgm:cxn modelId="{6D5C3A7F-32F5-4A05-8ACE-4A00D5DDE9B4}" type="presOf" srcId="{480009EE-77BE-4A90-90AA-E139A4F12D66}" destId="{A6753CC7-2524-4858-8641-B20F3B6BA00F}" srcOrd="0" destOrd="0" presId="urn:microsoft.com/office/officeart/2018/2/layout/IconCircleList"/>
    <dgm:cxn modelId="{6C8AAD83-5AF2-4362-A01A-EC6E994E8943}" type="presOf" srcId="{D4071DFD-BA9A-4B2E-A1FB-28CF93316120}" destId="{D6386F67-CC90-4E7F-B6CC-526EF0B1D300}" srcOrd="0" destOrd="0" presId="urn:microsoft.com/office/officeart/2018/2/layout/IconCircleList"/>
    <dgm:cxn modelId="{90057892-33F0-4EB7-8D76-BB5DAF20BC57}" srcId="{DA7BE776-885A-40D0-9E33-DF821B1F4A29}" destId="{CB84E818-C00F-4281-A350-AFD5E40BA8DB}" srcOrd="2" destOrd="0" parTransId="{29B837B4-0566-42CF-BD80-FF59C1441D6E}" sibTransId="{4A81E366-9458-4F43-BC39-320C834534C4}"/>
    <dgm:cxn modelId="{C9ECC09D-34DA-4299-A608-7900330CAC83}" type="presOf" srcId="{DA7BE776-885A-40D0-9E33-DF821B1F4A29}" destId="{19F2504D-BC6E-4178-B6E9-81F807AA2380}" srcOrd="0" destOrd="0" presId="urn:microsoft.com/office/officeart/2018/2/layout/IconCircleList"/>
    <dgm:cxn modelId="{82249CA5-B05D-4FDF-B749-B00CA12BF5D1}" type="presOf" srcId="{805B5D58-E563-45D7-98B5-8BA414438CFE}" destId="{B44DA7BC-1BB7-462A-87C5-367D993A59E7}" srcOrd="0" destOrd="0" presId="urn:microsoft.com/office/officeart/2018/2/layout/IconCircleList"/>
    <dgm:cxn modelId="{3EA601A9-B1B2-49FA-B7C6-BCE09FE5207E}" srcId="{DA7BE776-885A-40D0-9E33-DF821B1F4A29}" destId="{480009EE-77BE-4A90-90AA-E139A4F12D66}" srcOrd="3" destOrd="0" parTransId="{CE39BFEE-E8CF-4217-B946-DB25A439224E}" sibTransId="{B37526E0-A4DD-461F-B10E-9E6F51B64B4D}"/>
    <dgm:cxn modelId="{94DFD4AD-18EE-481D-9264-1EE52F30D43E}" type="presOf" srcId="{D5A1E2DA-79D7-418F-9DA0-B300E18D7F83}" destId="{76D9555E-14AE-48B9-9187-C996AE7BB84D}" srcOrd="0" destOrd="0" presId="urn:microsoft.com/office/officeart/2018/2/layout/IconCircleList"/>
    <dgm:cxn modelId="{E749AABA-F96B-429B-96A0-8402302A3218}" type="presOf" srcId="{B37526E0-A4DD-461F-B10E-9E6F51B64B4D}" destId="{520BF9FB-2AA8-4252-A5D2-92F986899020}" srcOrd="0" destOrd="0" presId="urn:microsoft.com/office/officeart/2018/2/layout/IconCircleList"/>
    <dgm:cxn modelId="{165BB2BB-8954-4840-AF2C-AABD07906CD2}" srcId="{DA7BE776-885A-40D0-9E33-DF821B1F4A29}" destId="{28ABF0E9-67C4-4D72-8363-072418AF8F8E}" srcOrd="1" destOrd="0" parTransId="{96F6000A-D1E1-44AE-865A-F78B4F81F7DC}" sibTransId="{D5A1E2DA-79D7-418F-9DA0-B300E18D7F83}"/>
    <dgm:cxn modelId="{3EC512C2-AD6D-4F81-8812-82F67FDBBA7D}" type="presOf" srcId="{C4298F37-918F-4013-8205-CC47331EA385}" destId="{C9D721D5-F692-4D8A-AD47-65FEB6DAB37E}" srcOrd="0" destOrd="0" presId="urn:microsoft.com/office/officeart/2018/2/layout/IconCircleList"/>
    <dgm:cxn modelId="{BE7056CA-913E-4D24-80CC-081532F7938D}" type="presOf" srcId="{CB84E818-C00F-4281-A350-AFD5E40BA8DB}" destId="{F79BFF58-123C-4FA6-9D3D-7932535AFBA4}" srcOrd="0" destOrd="0" presId="urn:microsoft.com/office/officeart/2018/2/layout/IconCircleList"/>
    <dgm:cxn modelId="{4201FAE3-B91E-422F-8CCB-A176699F2016}" type="presOf" srcId="{28ABF0E9-67C4-4D72-8363-072418AF8F8E}" destId="{C9ED1762-A919-4924-AFF9-510F5E0F8F57}" srcOrd="0" destOrd="0" presId="urn:microsoft.com/office/officeart/2018/2/layout/IconCircleList"/>
    <dgm:cxn modelId="{1A8B125C-5076-483E-8D12-2F0EB45CD8C5}" type="presParOf" srcId="{19F2504D-BC6E-4178-B6E9-81F807AA2380}" destId="{9E80069D-4FED-4B52-B494-1F88B809231D}" srcOrd="0" destOrd="0" presId="urn:microsoft.com/office/officeart/2018/2/layout/IconCircleList"/>
    <dgm:cxn modelId="{26F70333-20DE-4276-8560-5D0A735FBCA1}" type="presParOf" srcId="{9E80069D-4FED-4B52-B494-1F88B809231D}" destId="{CDD04D8F-2F28-4FFF-A4CD-24AD79009B98}" srcOrd="0" destOrd="0" presId="urn:microsoft.com/office/officeart/2018/2/layout/IconCircleList"/>
    <dgm:cxn modelId="{BC35DFC3-72C0-45C6-A0FA-DAD1D2FF69F5}" type="presParOf" srcId="{CDD04D8F-2F28-4FFF-A4CD-24AD79009B98}" destId="{128B9A06-2AAE-474B-A548-C7B357194A6A}" srcOrd="0" destOrd="0" presId="urn:microsoft.com/office/officeart/2018/2/layout/IconCircleList"/>
    <dgm:cxn modelId="{D76ECE28-E3A7-464A-A5B0-A343D1C80866}" type="presParOf" srcId="{CDD04D8F-2F28-4FFF-A4CD-24AD79009B98}" destId="{14252950-6071-40A1-9A32-43AC1F4A2D15}" srcOrd="1" destOrd="0" presId="urn:microsoft.com/office/officeart/2018/2/layout/IconCircleList"/>
    <dgm:cxn modelId="{07CD6EA2-C989-472B-87CF-D02AE3631F1A}" type="presParOf" srcId="{CDD04D8F-2F28-4FFF-A4CD-24AD79009B98}" destId="{86A0EEBB-F131-405D-B5B8-052447FC18B0}" srcOrd="2" destOrd="0" presId="urn:microsoft.com/office/officeart/2018/2/layout/IconCircleList"/>
    <dgm:cxn modelId="{CEFD186E-F8E3-4789-BD2D-79BBC5FA13E4}" type="presParOf" srcId="{CDD04D8F-2F28-4FFF-A4CD-24AD79009B98}" destId="{D6386F67-CC90-4E7F-B6CC-526EF0B1D300}" srcOrd="3" destOrd="0" presId="urn:microsoft.com/office/officeart/2018/2/layout/IconCircleList"/>
    <dgm:cxn modelId="{88D4A039-B040-4164-954F-92B9F8E6A776}" type="presParOf" srcId="{9E80069D-4FED-4B52-B494-1F88B809231D}" destId="{C9D721D5-F692-4D8A-AD47-65FEB6DAB37E}" srcOrd="1" destOrd="0" presId="urn:microsoft.com/office/officeart/2018/2/layout/IconCircleList"/>
    <dgm:cxn modelId="{9DA21DFB-9017-40B7-B017-3DF51C18F3F9}" type="presParOf" srcId="{9E80069D-4FED-4B52-B494-1F88B809231D}" destId="{8A5796C6-E563-4648-A9CB-C5D8A0B86C47}" srcOrd="2" destOrd="0" presId="urn:microsoft.com/office/officeart/2018/2/layout/IconCircleList"/>
    <dgm:cxn modelId="{831D35FA-BB63-40ED-B367-4C9540BD4992}" type="presParOf" srcId="{8A5796C6-E563-4648-A9CB-C5D8A0B86C47}" destId="{AA65F4CD-513A-4E84-BA90-14D68F8240D4}" srcOrd="0" destOrd="0" presId="urn:microsoft.com/office/officeart/2018/2/layout/IconCircleList"/>
    <dgm:cxn modelId="{42CEAE3B-9C47-4DDC-B0BF-41B2DAD27C7C}" type="presParOf" srcId="{8A5796C6-E563-4648-A9CB-C5D8A0B86C47}" destId="{C7661AD7-1310-4441-B0DA-97E39B72B943}" srcOrd="1" destOrd="0" presId="urn:microsoft.com/office/officeart/2018/2/layout/IconCircleList"/>
    <dgm:cxn modelId="{5192FB8A-B694-4820-8115-072B5CFBFDFC}" type="presParOf" srcId="{8A5796C6-E563-4648-A9CB-C5D8A0B86C47}" destId="{FD6A91D2-81AA-4A90-B054-8F51C3BE6B6C}" srcOrd="2" destOrd="0" presId="urn:microsoft.com/office/officeart/2018/2/layout/IconCircleList"/>
    <dgm:cxn modelId="{8F6A2324-4FDA-461A-B4A0-50BE09EE561D}" type="presParOf" srcId="{8A5796C6-E563-4648-A9CB-C5D8A0B86C47}" destId="{C9ED1762-A919-4924-AFF9-510F5E0F8F57}" srcOrd="3" destOrd="0" presId="urn:microsoft.com/office/officeart/2018/2/layout/IconCircleList"/>
    <dgm:cxn modelId="{1865FBF2-AF9E-488F-87C0-AEC70CA61426}" type="presParOf" srcId="{9E80069D-4FED-4B52-B494-1F88B809231D}" destId="{76D9555E-14AE-48B9-9187-C996AE7BB84D}" srcOrd="3" destOrd="0" presId="urn:microsoft.com/office/officeart/2018/2/layout/IconCircleList"/>
    <dgm:cxn modelId="{FCDC7FBB-BD90-4D07-9AA7-5CAA87433EA1}" type="presParOf" srcId="{9E80069D-4FED-4B52-B494-1F88B809231D}" destId="{23B3E125-0DE1-4207-8E9F-05F444A8EAEF}" srcOrd="4" destOrd="0" presId="urn:microsoft.com/office/officeart/2018/2/layout/IconCircleList"/>
    <dgm:cxn modelId="{F1C21CEE-EA9C-4C4E-AC04-FBE5FE8E707D}" type="presParOf" srcId="{23B3E125-0DE1-4207-8E9F-05F444A8EAEF}" destId="{02ACBF44-D5C3-42A1-9336-22EB5ABCE71F}" srcOrd="0" destOrd="0" presId="urn:microsoft.com/office/officeart/2018/2/layout/IconCircleList"/>
    <dgm:cxn modelId="{1C8C1248-6A55-4D24-8264-CD921BDAE579}" type="presParOf" srcId="{23B3E125-0DE1-4207-8E9F-05F444A8EAEF}" destId="{51BB0B53-F73C-4E69-89B3-FAF30C3BFB28}" srcOrd="1" destOrd="0" presId="urn:microsoft.com/office/officeart/2018/2/layout/IconCircleList"/>
    <dgm:cxn modelId="{9ABD11D7-D142-45F3-88AD-39CBE5EDB4A8}" type="presParOf" srcId="{23B3E125-0DE1-4207-8E9F-05F444A8EAEF}" destId="{362B08A4-7540-4EEF-975D-71135D43BF98}" srcOrd="2" destOrd="0" presId="urn:microsoft.com/office/officeart/2018/2/layout/IconCircleList"/>
    <dgm:cxn modelId="{F126EB89-9473-45C2-8C3D-EBDDF4178DDD}" type="presParOf" srcId="{23B3E125-0DE1-4207-8E9F-05F444A8EAEF}" destId="{F79BFF58-123C-4FA6-9D3D-7932535AFBA4}" srcOrd="3" destOrd="0" presId="urn:microsoft.com/office/officeart/2018/2/layout/IconCircleList"/>
    <dgm:cxn modelId="{1BDCCFD1-0011-438D-97C3-12DDD2148B4A}" type="presParOf" srcId="{9E80069D-4FED-4B52-B494-1F88B809231D}" destId="{B4680335-0A84-4C90-B16E-85EC931AB5FE}" srcOrd="5" destOrd="0" presId="urn:microsoft.com/office/officeart/2018/2/layout/IconCircleList"/>
    <dgm:cxn modelId="{F5DFF307-52B9-481B-9325-151C2ADF113D}" type="presParOf" srcId="{9E80069D-4FED-4B52-B494-1F88B809231D}" destId="{A4B86906-21BE-4EFB-8AD4-42FD461D9196}" srcOrd="6" destOrd="0" presId="urn:microsoft.com/office/officeart/2018/2/layout/IconCircleList"/>
    <dgm:cxn modelId="{46E05F4B-B572-47DA-AF92-7D1F601E289D}" type="presParOf" srcId="{A4B86906-21BE-4EFB-8AD4-42FD461D9196}" destId="{55DA87BF-D489-47A9-AFBF-8B4392EE508C}" srcOrd="0" destOrd="0" presId="urn:microsoft.com/office/officeart/2018/2/layout/IconCircleList"/>
    <dgm:cxn modelId="{E4AB7B3A-DFF8-4B02-8C8F-FBC5A429C456}" type="presParOf" srcId="{A4B86906-21BE-4EFB-8AD4-42FD461D9196}" destId="{D8A25491-A03E-49EC-9196-68B7A1DB4A87}" srcOrd="1" destOrd="0" presId="urn:microsoft.com/office/officeart/2018/2/layout/IconCircleList"/>
    <dgm:cxn modelId="{2B710E9A-F0DB-4D10-9BEF-488FBE793C12}" type="presParOf" srcId="{A4B86906-21BE-4EFB-8AD4-42FD461D9196}" destId="{C773EFBE-1952-44F6-B9D8-B80171B7205C}" srcOrd="2" destOrd="0" presId="urn:microsoft.com/office/officeart/2018/2/layout/IconCircleList"/>
    <dgm:cxn modelId="{F350F9F6-E7E1-4B93-9F06-68192C0249FA}" type="presParOf" srcId="{A4B86906-21BE-4EFB-8AD4-42FD461D9196}" destId="{A6753CC7-2524-4858-8641-B20F3B6BA00F}" srcOrd="3" destOrd="0" presId="urn:microsoft.com/office/officeart/2018/2/layout/IconCircleList"/>
    <dgm:cxn modelId="{CE4F2CED-4AE7-4CAB-9799-CE374778C870}" type="presParOf" srcId="{9E80069D-4FED-4B52-B494-1F88B809231D}" destId="{520BF9FB-2AA8-4252-A5D2-92F986899020}" srcOrd="7" destOrd="0" presId="urn:microsoft.com/office/officeart/2018/2/layout/IconCircleList"/>
    <dgm:cxn modelId="{360C050D-E34F-4D27-B92A-073C32E9C33C}" type="presParOf" srcId="{9E80069D-4FED-4B52-B494-1F88B809231D}" destId="{7FD9B5C0-9672-45A1-AC69-68698E119F5D}" srcOrd="8" destOrd="0" presId="urn:microsoft.com/office/officeart/2018/2/layout/IconCircleList"/>
    <dgm:cxn modelId="{C843DDC8-E85B-4139-83F4-CBC3B4214D7C}" type="presParOf" srcId="{7FD9B5C0-9672-45A1-AC69-68698E119F5D}" destId="{3873F39D-1AAF-46A9-A4EC-EE63D143D607}" srcOrd="0" destOrd="0" presId="urn:microsoft.com/office/officeart/2018/2/layout/IconCircleList"/>
    <dgm:cxn modelId="{1968AABE-F7E0-4017-BB10-41A3B3E28C2B}" type="presParOf" srcId="{7FD9B5C0-9672-45A1-AC69-68698E119F5D}" destId="{64F212F5-5C91-4122-BEEA-4880CC89E16B}" srcOrd="1" destOrd="0" presId="urn:microsoft.com/office/officeart/2018/2/layout/IconCircleList"/>
    <dgm:cxn modelId="{6443A72F-1640-4575-BEC7-EC508C657421}" type="presParOf" srcId="{7FD9B5C0-9672-45A1-AC69-68698E119F5D}" destId="{7DF2A932-493F-4D2F-AA4C-7AA3813B8795}" srcOrd="2" destOrd="0" presId="urn:microsoft.com/office/officeart/2018/2/layout/IconCircleList"/>
    <dgm:cxn modelId="{955D4CAC-6863-4511-9F78-5B25A03E2160}" type="presParOf" srcId="{7FD9B5C0-9672-45A1-AC69-68698E119F5D}" destId="{B44DA7BC-1BB7-462A-87C5-367D993A59E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B35CC5D-3C26-4909-9948-BEE2CBEB86A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5B27EA-BEA8-47B5-B6E1-2C3CB6FA0A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 quick, AI-driven medical assistance 24/7</a:t>
          </a:r>
        </a:p>
      </dgm:t>
    </dgm:pt>
    <dgm:pt modelId="{A8B41586-5824-49B5-98E7-DEF15F9B7380}" type="parTrans" cxnId="{E51ADC0A-05EC-4EDD-933A-9C06348DFEA0}">
      <dgm:prSet/>
      <dgm:spPr/>
      <dgm:t>
        <a:bodyPr/>
        <a:lstStyle/>
        <a:p>
          <a:endParaRPr lang="en-US"/>
        </a:p>
      </dgm:t>
    </dgm:pt>
    <dgm:pt modelId="{4D16CCB4-4886-47A5-A0E9-BD6DAF7F1FE5}" type="sibTrans" cxnId="{E51ADC0A-05EC-4EDD-933A-9C06348DFEA0}">
      <dgm:prSet/>
      <dgm:spPr/>
      <dgm:t>
        <a:bodyPr/>
        <a:lstStyle/>
        <a:p>
          <a:endParaRPr lang="en-US"/>
        </a:p>
      </dgm:t>
    </dgm:pt>
    <dgm:pt modelId="{F564DCAA-373C-4232-8FE1-7936E296A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Reduce doctor workload, AI will be trained to predict and diagnose simple health issues.</a:t>
          </a:r>
        </a:p>
      </dgm:t>
    </dgm:pt>
    <dgm:pt modelId="{C0E2DE6B-49F0-4697-8B70-0D4C0ADA7E92}" type="parTrans" cxnId="{031FBB5F-4854-441F-840D-2F44EC0C1E6C}">
      <dgm:prSet/>
      <dgm:spPr/>
      <dgm:t>
        <a:bodyPr/>
        <a:lstStyle/>
        <a:p>
          <a:endParaRPr lang="en-US"/>
        </a:p>
      </dgm:t>
    </dgm:pt>
    <dgm:pt modelId="{8523019C-271B-4BAF-BF1D-A616D27C1DFC}" type="sibTrans" cxnId="{031FBB5F-4854-441F-840D-2F44EC0C1E6C}">
      <dgm:prSet/>
      <dgm:spPr/>
      <dgm:t>
        <a:bodyPr/>
        <a:lstStyle/>
        <a:p>
          <a:endParaRPr lang="en-US"/>
        </a:p>
      </dgm:t>
    </dgm:pt>
    <dgm:pt modelId="{D67CC8C9-DECE-48FD-8DE9-BEE297C97C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Enhance patient satisfaction and accessibility</a:t>
          </a:r>
        </a:p>
      </dgm:t>
    </dgm:pt>
    <dgm:pt modelId="{D804F60B-105E-46DB-81E6-F1CE3389C337}" type="parTrans" cxnId="{0254C02B-FBBC-4975-BB73-06A7B1506ADF}">
      <dgm:prSet/>
      <dgm:spPr/>
      <dgm:t>
        <a:bodyPr/>
        <a:lstStyle/>
        <a:p>
          <a:endParaRPr lang="en-US"/>
        </a:p>
      </dgm:t>
    </dgm:pt>
    <dgm:pt modelId="{CE4250EC-6A4C-4133-997C-5B135D7D9691}" type="sibTrans" cxnId="{0254C02B-FBBC-4975-BB73-06A7B1506ADF}">
      <dgm:prSet/>
      <dgm:spPr/>
      <dgm:t>
        <a:bodyPr/>
        <a:lstStyle/>
        <a:p>
          <a:endParaRPr lang="en-US"/>
        </a:p>
      </dgm:t>
    </dgm:pt>
    <dgm:pt modelId="{0D04E5FA-68AE-4BF7-A5F5-351E8A6794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Integration with wearable health devices and predictive analytics</a:t>
          </a:r>
        </a:p>
      </dgm:t>
    </dgm:pt>
    <dgm:pt modelId="{B885421E-A56B-4BFF-B73B-166E25805915}" type="parTrans" cxnId="{1277844E-BD5E-419F-9CB8-F10B60786BF4}">
      <dgm:prSet/>
      <dgm:spPr/>
      <dgm:t>
        <a:bodyPr/>
        <a:lstStyle/>
        <a:p>
          <a:endParaRPr lang="en-US"/>
        </a:p>
      </dgm:t>
    </dgm:pt>
    <dgm:pt modelId="{80C8E2B1-A8F8-4140-A7DC-CA06D9831793}" type="sibTrans" cxnId="{1277844E-BD5E-419F-9CB8-F10B60786BF4}">
      <dgm:prSet/>
      <dgm:spPr/>
      <dgm:t>
        <a:bodyPr/>
        <a:lstStyle/>
        <a:p>
          <a:endParaRPr lang="en-US"/>
        </a:p>
      </dgm:t>
    </dgm:pt>
    <dgm:pt modelId="{DD8DABBB-5365-4434-B97C-25EA592136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Expand AI knowledge base with continuous learning models</a:t>
          </a:r>
        </a:p>
      </dgm:t>
    </dgm:pt>
    <dgm:pt modelId="{F7419426-F1A6-4817-9D77-9ABDB3EAC97F}" type="parTrans" cxnId="{86C0BF55-23D4-4E48-B8BB-1C0E49428EFE}">
      <dgm:prSet/>
      <dgm:spPr/>
      <dgm:t>
        <a:bodyPr/>
        <a:lstStyle/>
        <a:p>
          <a:endParaRPr lang="en-US"/>
        </a:p>
      </dgm:t>
    </dgm:pt>
    <dgm:pt modelId="{8E2C1D56-98CB-4212-B73E-8F5052C3B744}" type="sibTrans" cxnId="{86C0BF55-23D4-4E48-B8BB-1C0E49428EFE}">
      <dgm:prSet/>
      <dgm:spPr/>
      <dgm:t>
        <a:bodyPr/>
        <a:lstStyle/>
        <a:p>
          <a:endParaRPr lang="en-US"/>
        </a:p>
      </dgm:t>
    </dgm:pt>
    <dgm:pt modelId="{71A7EF94-6374-4538-9641-1ABD7AA68610}" type="pres">
      <dgm:prSet presAssocID="{DB35CC5D-3C26-4909-9948-BEE2CBEB86A8}" presName="root" presStyleCnt="0">
        <dgm:presLayoutVars>
          <dgm:dir/>
          <dgm:resizeHandles val="exact"/>
        </dgm:presLayoutVars>
      </dgm:prSet>
      <dgm:spPr/>
    </dgm:pt>
    <dgm:pt modelId="{864219E3-77FD-44E7-94E4-FC31C8EFD101}" type="pres">
      <dgm:prSet presAssocID="{7E5B27EA-BEA8-47B5-B6E1-2C3CB6FA0AA4}" presName="compNode" presStyleCnt="0"/>
      <dgm:spPr/>
    </dgm:pt>
    <dgm:pt modelId="{D9B51B23-ADAC-4BD6-8540-BE7B2A464766}" type="pres">
      <dgm:prSet presAssocID="{7E5B27EA-BEA8-47B5-B6E1-2C3CB6FA0AA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10B8C03-BEDA-47E2-A850-6054635F73FE}" type="pres">
      <dgm:prSet presAssocID="{7E5B27EA-BEA8-47B5-B6E1-2C3CB6FA0AA4}" presName="spaceRect" presStyleCnt="0"/>
      <dgm:spPr/>
    </dgm:pt>
    <dgm:pt modelId="{CF26EA6D-FA52-4FF4-9AF7-518D0D737B08}" type="pres">
      <dgm:prSet presAssocID="{7E5B27EA-BEA8-47B5-B6E1-2C3CB6FA0AA4}" presName="textRect" presStyleLbl="revTx" presStyleIdx="0" presStyleCnt="5">
        <dgm:presLayoutVars>
          <dgm:chMax val="1"/>
          <dgm:chPref val="1"/>
        </dgm:presLayoutVars>
      </dgm:prSet>
      <dgm:spPr/>
    </dgm:pt>
    <dgm:pt modelId="{E26088F2-4436-41E5-B81F-0B825D33E2B8}" type="pres">
      <dgm:prSet presAssocID="{4D16CCB4-4886-47A5-A0E9-BD6DAF7F1FE5}" presName="sibTrans" presStyleCnt="0"/>
      <dgm:spPr/>
    </dgm:pt>
    <dgm:pt modelId="{E4C04035-64CF-4165-B2FB-CDACD68B3BA5}" type="pres">
      <dgm:prSet presAssocID="{F564DCAA-373C-4232-8FE1-7936E296A757}" presName="compNode" presStyleCnt="0"/>
      <dgm:spPr/>
    </dgm:pt>
    <dgm:pt modelId="{017725CE-D2F1-4E1B-957A-E816FB7266B8}" type="pres">
      <dgm:prSet presAssocID="{F564DCAA-373C-4232-8FE1-7936E296A75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2F39C1C0-2ED3-4A1C-82D5-6F4728078B85}" type="pres">
      <dgm:prSet presAssocID="{F564DCAA-373C-4232-8FE1-7936E296A757}" presName="spaceRect" presStyleCnt="0"/>
      <dgm:spPr/>
    </dgm:pt>
    <dgm:pt modelId="{9C0FB5D4-2E31-4B41-BCF8-43D5AA491F27}" type="pres">
      <dgm:prSet presAssocID="{F564DCAA-373C-4232-8FE1-7936E296A757}" presName="textRect" presStyleLbl="revTx" presStyleIdx="1" presStyleCnt="5">
        <dgm:presLayoutVars>
          <dgm:chMax val="1"/>
          <dgm:chPref val="1"/>
        </dgm:presLayoutVars>
      </dgm:prSet>
      <dgm:spPr/>
    </dgm:pt>
    <dgm:pt modelId="{8CC56DB5-6576-4DCC-8593-95CD9518D559}" type="pres">
      <dgm:prSet presAssocID="{8523019C-271B-4BAF-BF1D-A616D27C1DFC}" presName="sibTrans" presStyleCnt="0"/>
      <dgm:spPr/>
    </dgm:pt>
    <dgm:pt modelId="{FBA8A91C-CDC0-486C-9180-66456E0CB5E2}" type="pres">
      <dgm:prSet presAssocID="{D67CC8C9-DECE-48FD-8DE9-BEE297C97C14}" presName="compNode" presStyleCnt="0"/>
      <dgm:spPr/>
    </dgm:pt>
    <dgm:pt modelId="{3A8C5688-B713-49A9-95EC-BA25627A8C30}" type="pres">
      <dgm:prSet presAssocID="{D67CC8C9-DECE-48FD-8DE9-BEE297C97C1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1FB6CEF4-A830-4624-AC6E-1274B5514A61}" type="pres">
      <dgm:prSet presAssocID="{D67CC8C9-DECE-48FD-8DE9-BEE297C97C14}" presName="spaceRect" presStyleCnt="0"/>
      <dgm:spPr/>
    </dgm:pt>
    <dgm:pt modelId="{57B65F81-4302-4641-92FA-AC1603053FD5}" type="pres">
      <dgm:prSet presAssocID="{D67CC8C9-DECE-48FD-8DE9-BEE297C97C14}" presName="textRect" presStyleLbl="revTx" presStyleIdx="2" presStyleCnt="5">
        <dgm:presLayoutVars>
          <dgm:chMax val="1"/>
          <dgm:chPref val="1"/>
        </dgm:presLayoutVars>
      </dgm:prSet>
      <dgm:spPr/>
    </dgm:pt>
    <dgm:pt modelId="{1FDD88DB-6896-4B89-9177-D59ED3C676EA}" type="pres">
      <dgm:prSet presAssocID="{CE4250EC-6A4C-4133-997C-5B135D7D9691}" presName="sibTrans" presStyleCnt="0"/>
      <dgm:spPr/>
    </dgm:pt>
    <dgm:pt modelId="{C3CC85B7-C41C-40B8-9236-883485424BBE}" type="pres">
      <dgm:prSet presAssocID="{0D04E5FA-68AE-4BF7-A5F5-351E8A67943E}" presName="compNode" presStyleCnt="0"/>
      <dgm:spPr/>
    </dgm:pt>
    <dgm:pt modelId="{3381DA57-25F1-4B02-AD6E-AA3AF055AE4A}" type="pres">
      <dgm:prSet presAssocID="{0D04E5FA-68AE-4BF7-A5F5-351E8A67943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B18D9AE-D9E7-426C-B5F6-C0A4D58D1672}" type="pres">
      <dgm:prSet presAssocID="{0D04E5FA-68AE-4BF7-A5F5-351E8A67943E}" presName="spaceRect" presStyleCnt="0"/>
      <dgm:spPr/>
    </dgm:pt>
    <dgm:pt modelId="{F95322C5-17AB-4739-B83C-356E199F2721}" type="pres">
      <dgm:prSet presAssocID="{0D04E5FA-68AE-4BF7-A5F5-351E8A67943E}" presName="textRect" presStyleLbl="revTx" presStyleIdx="3" presStyleCnt="5">
        <dgm:presLayoutVars>
          <dgm:chMax val="1"/>
          <dgm:chPref val="1"/>
        </dgm:presLayoutVars>
      </dgm:prSet>
      <dgm:spPr/>
    </dgm:pt>
    <dgm:pt modelId="{FC5AADF8-2C40-4E58-A554-22E0A338DAE9}" type="pres">
      <dgm:prSet presAssocID="{80C8E2B1-A8F8-4140-A7DC-CA06D9831793}" presName="sibTrans" presStyleCnt="0"/>
      <dgm:spPr/>
    </dgm:pt>
    <dgm:pt modelId="{FF0B86B2-253C-497D-9ACB-5DB4D11BD81B}" type="pres">
      <dgm:prSet presAssocID="{DD8DABBB-5365-4434-B97C-25EA59213643}" presName="compNode" presStyleCnt="0"/>
      <dgm:spPr/>
    </dgm:pt>
    <dgm:pt modelId="{E8116EE7-0CA1-4013-B80C-F1927A56AAAE}" type="pres">
      <dgm:prSet presAssocID="{DD8DABBB-5365-4434-B97C-25EA5921364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3B25466-88C9-4E95-838A-9934C96FB6E9}" type="pres">
      <dgm:prSet presAssocID="{DD8DABBB-5365-4434-B97C-25EA59213643}" presName="spaceRect" presStyleCnt="0"/>
      <dgm:spPr/>
    </dgm:pt>
    <dgm:pt modelId="{C1A1FB16-087C-405C-B787-CBE116CF3202}" type="pres">
      <dgm:prSet presAssocID="{DD8DABBB-5365-4434-B97C-25EA5921364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51ADC0A-05EC-4EDD-933A-9C06348DFEA0}" srcId="{DB35CC5D-3C26-4909-9948-BEE2CBEB86A8}" destId="{7E5B27EA-BEA8-47B5-B6E1-2C3CB6FA0AA4}" srcOrd="0" destOrd="0" parTransId="{A8B41586-5824-49B5-98E7-DEF15F9B7380}" sibTransId="{4D16CCB4-4886-47A5-A0E9-BD6DAF7F1FE5}"/>
    <dgm:cxn modelId="{1D0AD910-092F-43C5-B28A-ABBE8A45259F}" type="presOf" srcId="{0D04E5FA-68AE-4BF7-A5F5-351E8A67943E}" destId="{F95322C5-17AB-4739-B83C-356E199F2721}" srcOrd="0" destOrd="0" presId="urn:microsoft.com/office/officeart/2018/2/layout/IconLabelList"/>
    <dgm:cxn modelId="{0254C02B-FBBC-4975-BB73-06A7B1506ADF}" srcId="{DB35CC5D-3C26-4909-9948-BEE2CBEB86A8}" destId="{D67CC8C9-DECE-48FD-8DE9-BEE297C97C14}" srcOrd="2" destOrd="0" parTransId="{D804F60B-105E-46DB-81E6-F1CE3389C337}" sibTransId="{CE4250EC-6A4C-4133-997C-5B135D7D9691}"/>
    <dgm:cxn modelId="{72381537-7C7B-4820-9E33-FA7EDF589FE4}" type="presOf" srcId="{DD8DABBB-5365-4434-B97C-25EA59213643}" destId="{C1A1FB16-087C-405C-B787-CBE116CF3202}" srcOrd="0" destOrd="0" presId="urn:microsoft.com/office/officeart/2018/2/layout/IconLabelList"/>
    <dgm:cxn modelId="{DBFCDF38-B574-49AD-B69E-D9E8CE85E369}" type="presOf" srcId="{F564DCAA-373C-4232-8FE1-7936E296A757}" destId="{9C0FB5D4-2E31-4B41-BCF8-43D5AA491F27}" srcOrd="0" destOrd="0" presId="urn:microsoft.com/office/officeart/2018/2/layout/IconLabelList"/>
    <dgm:cxn modelId="{67E1EE3F-C0E9-45B3-996E-0CF5E80E6C85}" type="presOf" srcId="{7E5B27EA-BEA8-47B5-B6E1-2C3CB6FA0AA4}" destId="{CF26EA6D-FA52-4FF4-9AF7-518D0D737B08}" srcOrd="0" destOrd="0" presId="urn:microsoft.com/office/officeart/2018/2/layout/IconLabelList"/>
    <dgm:cxn modelId="{031FBB5F-4854-441F-840D-2F44EC0C1E6C}" srcId="{DB35CC5D-3C26-4909-9948-BEE2CBEB86A8}" destId="{F564DCAA-373C-4232-8FE1-7936E296A757}" srcOrd="1" destOrd="0" parTransId="{C0E2DE6B-49F0-4697-8B70-0D4C0ADA7E92}" sibTransId="{8523019C-271B-4BAF-BF1D-A616D27C1DFC}"/>
    <dgm:cxn modelId="{56BAD24C-4276-4452-BAA7-40F665DA8D9B}" type="presOf" srcId="{DB35CC5D-3C26-4909-9948-BEE2CBEB86A8}" destId="{71A7EF94-6374-4538-9641-1ABD7AA68610}" srcOrd="0" destOrd="0" presId="urn:microsoft.com/office/officeart/2018/2/layout/IconLabelList"/>
    <dgm:cxn modelId="{1277844E-BD5E-419F-9CB8-F10B60786BF4}" srcId="{DB35CC5D-3C26-4909-9948-BEE2CBEB86A8}" destId="{0D04E5FA-68AE-4BF7-A5F5-351E8A67943E}" srcOrd="3" destOrd="0" parTransId="{B885421E-A56B-4BFF-B73B-166E25805915}" sibTransId="{80C8E2B1-A8F8-4140-A7DC-CA06D9831793}"/>
    <dgm:cxn modelId="{86C0BF55-23D4-4E48-B8BB-1C0E49428EFE}" srcId="{DB35CC5D-3C26-4909-9948-BEE2CBEB86A8}" destId="{DD8DABBB-5365-4434-B97C-25EA59213643}" srcOrd="4" destOrd="0" parTransId="{F7419426-F1A6-4817-9D77-9ABDB3EAC97F}" sibTransId="{8E2C1D56-98CB-4212-B73E-8F5052C3B744}"/>
    <dgm:cxn modelId="{C2ACC1A5-51D0-408C-9261-95C4D19C5A27}" type="presOf" srcId="{D67CC8C9-DECE-48FD-8DE9-BEE297C97C14}" destId="{57B65F81-4302-4641-92FA-AC1603053FD5}" srcOrd="0" destOrd="0" presId="urn:microsoft.com/office/officeart/2018/2/layout/IconLabelList"/>
    <dgm:cxn modelId="{1639A7C9-42B7-4C03-8548-8AA5DB47FD81}" type="presParOf" srcId="{71A7EF94-6374-4538-9641-1ABD7AA68610}" destId="{864219E3-77FD-44E7-94E4-FC31C8EFD101}" srcOrd="0" destOrd="0" presId="urn:microsoft.com/office/officeart/2018/2/layout/IconLabelList"/>
    <dgm:cxn modelId="{72C2D91D-0117-4544-93CB-BD54D8F929CD}" type="presParOf" srcId="{864219E3-77FD-44E7-94E4-FC31C8EFD101}" destId="{D9B51B23-ADAC-4BD6-8540-BE7B2A464766}" srcOrd="0" destOrd="0" presId="urn:microsoft.com/office/officeart/2018/2/layout/IconLabelList"/>
    <dgm:cxn modelId="{3ED177ED-2D2B-4218-8F7B-4D9E6F57A04D}" type="presParOf" srcId="{864219E3-77FD-44E7-94E4-FC31C8EFD101}" destId="{610B8C03-BEDA-47E2-A850-6054635F73FE}" srcOrd="1" destOrd="0" presId="urn:microsoft.com/office/officeart/2018/2/layout/IconLabelList"/>
    <dgm:cxn modelId="{944F9D62-2D90-4862-82E7-92DC5F8C4D69}" type="presParOf" srcId="{864219E3-77FD-44E7-94E4-FC31C8EFD101}" destId="{CF26EA6D-FA52-4FF4-9AF7-518D0D737B08}" srcOrd="2" destOrd="0" presId="urn:microsoft.com/office/officeart/2018/2/layout/IconLabelList"/>
    <dgm:cxn modelId="{E6DB73C8-A441-4332-AB44-819FDE5E5B6D}" type="presParOf" srcId="{71A7EF94-6374-4538-9641-1ABD7AA68610}" destId="{E26088F2-4436-41E5-B81F-0B825D33E2B8}" srcOrd="1" destOrd="0" presId="urn:microsoft.com/office/officeart/2018/2/layout/IconLabelList"/>
    <dgm:cxn modelId="{C3BEB553-2940-49A8-9BF5-A0D23D33C109}" type="presParOf" srcId="{71A7EF94-6374-4538-9641-1ABD7AA68610}" destId="{E4C04035-64CF-4165-B2FB-CDACD68B3BA5}" srcOrd="2" destOrd="0" presId="urn:microsoft.com/office/officeart/2018/2/layout/IconLabelList"/>
    <dgm:cxn modelId="{4C5BFEA8-0AD0-4E4C-8F20-EA6718408DD0}" type="presParOf" srcId="{E4C04035-64CF-4165-B2FB-CDACD68B3BA5}" destId="{017725CE-D2F1-4E1B-957A-E816FB7266B8}" srcOrd="0" destOrd="0" presId="urn:microsoft.com/office/officeart/2018/2/layout/IconLabelList"/>
    <dgm:cxn modelId="{6C83EAAD-5563-48B7-959B-6BB115EFCC2C}" type="presParOf" srcId="{E4C04035-64CF-4165-B2FB-CDACD68B3BA5}" destId="{2F39C1C0-2ED3-4A1C-82D5-6F4728078B85}" srcOrd="1" destOrd="0" presId="urn:microsoft.com/office/officeart/2018/2/layout/IconLabelList"/>
    <dgm:cxn modelId="{20AB0CBA-E0B7-46BA-BECC-6D2FDE4F8DF6}" type="presParOf" srcId="{E4C04035-64CF-4165-B2FB-CDACD68B3BA5}" destId="{9C0FB5D4-2E31-4B41-BCF8-43D5AA491F27}" srcOrd="2" destOrd="0" presId="urn:microsoft.com/office/officeart/2018/2/layout/IconLabelList"/>
    <dgm:cxn modelId="{34D407BD-4BEF-4A10-94D4-B830680C5F97}" type="presParOf" srcId="{71A7EF94-6374-4538-9641-1ABD7AA68610}" destId="{8CC56DB5-6576-4DCC-8593-95CD9518D559}" srcOrd="3" destOrd="0" presId="urn:microsoft.com/office/officeart/2018/2/layout/IconLabelList"/>
    <dgm:cxn modelId="{DDA0AE4E-A1FF-49E8-BA0F-0DED45272A4B}" type="presParOf" srcId="{71A7EF94-6374-4538-9641-1ABD7AA68610}" destId="{FBA8A91C-CDC0-486C-9180-66456E0CB5E2}" srcOrd="4" destOrd="0" presId="urn:microsoft.com/office/officeart/2018/2/layout/IconLabelList"/>
    <dgm:cxn modelId="{A781FB0F-C7A7-403B-A8BC-06A5A236BD91}" type="presParOf" srcId="{FBA8A91C-CDC0-486C-9180-66456E0CB5E2}" destId="{3A8C5688-B713-49A9-95EC-BA25627A8C30}" srcOrd="0" destOrd="0" presId="urn:microsoft.com/office/officeart/2018/2/layout/IconLabelList"/>
    <dgm:cxn modelId="{37FA3AD4-6F6D-47A2-954E-56CAD878C418}" type="presParOf" srcId="{FBA8A91C-CDC0-486C-9180-66456E0CB5E2}" destId="{1FB6CEF4-A830-4624-AC6E-1274B5514A61}" srcOrd="1" destOrd="0" presId="urn:microsoft.com/office/officeart/2018/2/layout/IconLabelList"/>
    <dgm:cxn modelId="{867C3E72-BC0F-443A-B9D5-B403C539C574}" type="presParOf" srcId="{FBA8A91C-CDC0-486C-9180-66456E0CB5E2}" destId="{57B65F81-4302-4641-92FA-AC1603053FD5}" srcOrd="2" destOrd="0" presId="urn:microsoft.com/office/officeart/2018/2/layout/IconLabelList"/>
    <dgm:cxn modelId="{DE860959-1E65-4396-8F58-8C63E3054433}" type="presParOf" srcId="{71A7EF94-6374-4538-9641-1ABD7AA68610}" destId="{1FDD88DB-6896-4B89-9177-D59ED3C676EA}" srcOrd="5" destOrd="0" presId="urn:microsoft.com/office/officeart/2018/2/layout/IconLabelList"/>
    <dgm:cxn modelId="{3CF65085-2504-4B25-A2D8-31999278BEA2}" type="presParOf" srcId="{71A7EF94-6374-4538-9641-1ABD7AA68610}" destId="{C3CC85B7-C41C-40B8-9236-883485424BBE}" srcOrd="6" destOrd="0" presId="urn:microsoft.com/office/officeart/2018/2/layout/IconLabelList"/>
    <dgm:cxn modelId="{AF0F7658-CFA2-4E4F-8753-E63C2CFBF914}" type="presParOf" srcId="{C3CC85B7-C41C-40B8-9236-883485424BBE}" destId="{3381DA57-25F1-4B02-AD6E-AA3AF055AE4A}" srcOrd="0" destOrd="0" presId="urn:microsoft.com/office/officeart/2018/2/layout/IconLabelList"/>
    <dgm:cxn modelId="{6B5F9137-881D-4E62-BC31-CBBF3F0C8E69}" type="presParOf" srcId="{C3CC85B7-C41C-40B8-9236-883485424BBE}" destId="{7B18D9AE-D9E7-426C-B5F6-C0A4D58D1672}" srcOrd="1" destOrd="0" presId="urn:microsoft.com/office/officeart/2018/2/layout/IconLabelList"/>
    <dgm:cxn modelId="{910BB11F-451D-4DD8-9FF3-B62A9C2FCE76}" type="presParOf" srcId="{C3CC85B7-C41C-40B8-9236-883485424BBE}" destId="{F95322C5-17AB-4739-B83C-356E199F2721}" srcOrd="2" destOrd="0" presId="urn:microsoft.com/office/officeart/2018/2/layout/IconLabelList"/>
    <dgm:cxn modelId="{AF5DCCD7-3134-42F2-9451-29F357E2C6C2}" type="presParOf" srcId="{71A7EF94-6374-4538-9641-1ABD7AA68610}" destId="{FC5AADF8-2C40-4E58-A554-22E0A338DAE9}" srcOrd="7" destOrd="0" presId="urn:microsoft.com/office/officeart/2018/2/layout/IconLabelList"/>
    <dgm:cxn modelId="{5B1E7DF3-1293-469C-8C40-0784CBCE555B}" type="presParOf" srcId="{71A7EF94-6374-4538-9641-1ABD7AA68610}" destId="{FF0B86B2-253C-497D-9ACB-5DB4D11BD81B}" srcOrd="8" destOrd="0" presId="urn:microsoft.com/office/officeart/2018/2/layout/IconLabelList"/>
    <dgm:cxn modelId="{23E8BBC4-02EA-49D6-8810-BFE8FBDF9D58}" type="presParOf" srcId="{FF0B86B2-253C-497D-9ACB-5DB4D11BD81B}" destId="{E8116EE7-0CA1-4013-B80C-F1927A56AAAE}" srcOrd="0" destOrd="0" presId="urn:microsoft.com/office/officeart/2018/2/layout/IconLabelList"/>
    <dgm:cxn modelId="{B7BD600D-FD29-4D4B-9FC6-AB4A878A4D49}" type="presParOf" srcId="{FF0B86B2-253C-497D-9ACB-5DB4D11BD81B}" destId="{33B25466-88C9-4E95-838A-9934C96FB6E9}" srcOrd="1" destOrd="0" presId="urn:microsoft.com/office/officeart/2018/2/layout/IconLabelList"/>
    <dgm:cxn modelId="{4CECDE66-E5A7-4B72-9DFC-3CA5ED8F2DA6}" type="presParOf" srcId="{FF0B86B2-253C-497D-9ACB-5DB4D11BD81B}" destId="{C1A1FB16-087C-405C-B787-CBE116CF32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D69F5-AB55-45F3-8EEC-8CE25A4D9405}">
      <dsp:nvSpPr>
        <dsp:cNvPr id="0" name=""/>
        <dsp:cNvSpPr/>
      </dsp:nvSpPr>
      <dsp:spPr>
        <a:xfrm>
          <a:off x="0" y="1953774"/>
          <a:ext cx="996387" cy="996387"/>
        </a:xfrm>
        <a:prstGeom prst="ellipse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61871-BB07-45E2-8D79-E5505CE830F4}">
      <dsp:nvSpPr>
        <dsp:cNvPr id="0" name=""/>
        <dsp:cNvSpPr/>
      </dsp:nvSpPr>
      <dsp:spPr>
        <a:xfrm>
          <a:off x="204284" y="2169324"/>
          <a:ext cx="577904" cy="577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CD90B-0EF6-4C22-BD3E-792544230E6D}">
      <dsp:nvSpPr>
        <dsp:cNvPr id="0" name=""/>
        <dsp:cNvSpPr/>
      </dsp:nvSpPr>
      <dsp:spPr>
        <a:xfrm>
          <a:off x="1162672" y="2037750"/>
          <a:ext cx="2348628" cy="99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AI Medical Assistant is an intelligent healthcare web application</a:t>
          </a:r>
        </a:p>
      </dsp:txBody>
      <dsp:txXfrm>
        <a:off x="1162672" y="2037750"/>
        <a:ext cx="2348628" cy="996387"/>
      </dsp:txXfrm>
    </dsp:sp>
    <dsp:sp modelId="{23180364-058C-4651-A5CF-071CD735C368}">
      <dsp:nvSpPr>
        <dsp:cNvPr id="0" name=""/>
        <dsp:cNvSpPr/>
      </dsp:nvSpPr>
      <dsp:spPr>
        <a:xfrm>
          <a:off x="4093458" y="1964236"/>
          <a:ext cx="996387" cy="996387"/>
        </a:xfrm>
        <a:prstGeom prst="ellipse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3CDC5-0B58-4A5B-85F2-1D13362F4DFF}">
      <dsp:nvSpPr>
        <dsp:cNvPr id="0" name=""/>
        <dsp:cNvSpPr/>
      </dsp:nvSpPr>
      <dsp:spPr>
        <a:xfrm>
          <a:off x="4259807" y="2148468"/>
          <a:ext cx="665509" cy="6424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2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C918A-2788-4F98-B842-04C6B704CAFA}">
      <dsp:nvSpPr>
        <dsp:cNvPr id="0" name=""/>
        <dsp:cNvSpPr/>
      </dsp:nvSpPr>
      <dsp:spPr>
        <a:xfrm>
          <a:off x="5202276" y="1992374"/>
          <a:ext cx="2348628" cy="99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leverages AI to assist doctors, patients, and healthcare staff</a:t>
          </a:r>
        </a:p>
      </dsp:txBody>
      <dsp:txXfrm>
        <a:off x="5202276" y="1992374"/>
        <a:ext cx="2348628" cy="996387"/>
      </dsp:txXfrm>
    </dsp:sp>
    <dsp:sp modelId="{EEB712EC-2C64-438F-913D-D57F4DAD13C3}">
      <dsp:nvSpPr>
        <dsp:cNvPr id="0" name=""/>
        <dsp:cNvSpPr/>
      </dsp:nvSpPr>
      <dsp:spPr>
        <a:xfrm>
          <a:off x="5" y="3150612"/>
          <a:ext cx="996387" cy="996387"/>
        </a:xfrm>
        <a:prstGeom prst="ellipse">
          <a:avLst/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FEA4B-3795-4089-8A05-B4A30109571A}">
      <dsp:nvSpPr>
        <dsp:cNvPr id="0" name=""/>
        <dsp:cNvSpPr/>
      </dsp:nvSpPr>
      <dsp:spPr>
        <a:xfrm>
          <a:off x="222575" y="3349341"/>
          <a:ext cx="577904" cy="577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EFD22-A116-41A9-B79C-3DCB884EA1B8}">
      <dsp:nvSpPr>
        <dsp:cNvPr id="0" name=""/>
        <dsp:cNvSpPr/>
      </dsp:nvSpPr>
      <dsp:spPr>
        <a:xfrm>
          <a:off x="1159220" y="3130963"/>
          <a:ext cx="2348628" cy="99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Facilitates patient interaction, health data management, and symptom guidance</a:t>
          </a:r>
        </a:p>
      </dsp:txBody>
      <dsp:txXfrm>
        <a:off x="1159220" y="3130963"/>
        <a:ext cx="2348628" cy="996387"/>
      </dsp:txXfrm>
    </dsp:sp>
    <dsp:sp modelId="{6FC7071A-92CA-4636-A347-AB0F6889B6C0}">
      <dsp:nvSpPr>
        <dsp:cNvPr id="0" name=""/>
        <dsp:cNvSpPr/>
      </dsp:nvSpPr>
      <dsp:spPr>
        <a:xfrm>
          <a:off x="4090818" y="3150612"/>
          <a:ext cx="996387" cy="996387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6C18D-8A5F-4DAF-99C4-E941B85A6644}">
      <dsp:nvSpPr>
        <dsp:cNvPr id="0" name=""/>
        <dsp:cNvSpPr/>
      </dsp:nvSpPr>
      <dsp:spPr>
        <a:xfrm>
          <a:off x="4282787" y="3353410"/>
          <a:ext cx="577904" cy="577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4">
              <a:lumMod val="60000"/>
              <a:lumOff val="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F261F-68D2-400F-8586-18D13D89AFF1}">
      <dsp:nvSpPr>
        <dsp:cNvPr id="0" name=""/>
        <dsp:cNvSpPr/>
      </dsp:nvSpPr>
      <dsp:spPr>
        <a:xfrm>
          <a:off x="5225644" y="3159759"/>
          <a:ext cx="2348628" cy="996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Combines modern web technologies with machine learning</a:t>
          </a:r>
        </a:p>
      </dsp:txBody>
      <dsp:txXfrm>
        <a:off x="5225644" y="3159759"/>
        <a:ext cx="2348628" cy="996387"/>
      </dsp:txXfrm>
    </dsp:sp>
    <dsp:sp modelId="{2C2D5AE0-F722-49AB-BCE1-67A71CB0CA64}">
      <dsp:nvSpPr>
        <dsp:cNvPr id="0" name=""/>
        <dsp:cNvSpPr/>
      </dsp:nvSpPr>
      <dsp:spPr>
        <a:xfrm>
          <a:off x="2579932" y="4697013"/>
          <a:ext cx="996387" cy="996387"/>
        </a:xfrm>
        <a:prstGeom prst="ellipse">
          <a:avLst/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3EFDA-0381-466A-9410-F45BDB057539}">
      <dsp:nvSpPr>
        <dsp:cNvPr id="0" name=""/>
        <dsp:cNvSpPr/>
      </dsp:nvSpPr>
      <dsp:spPr>
        <a:xfrm>
          <a:off x="2801984" y="4900737"/>
          <a:ext cx="577904" cy="57790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3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75C98-1A75-453D-B412-CEC0C3CE93E1}">
      <dsp:nvSpPr>
        <dsp:cNvPr id="0" name=""/>
        <dsp:cNvSpPr/>
      </dsp:nvSpPr>
      <dsp:spPr>
        <a:xfrm>
          <a:off x="3792866" y="4675785"/>
          <a:ext cx="2086732" cy="888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Aims to improve accessibility, accuracy, and efficiency in medical services</a:t>
          </a:r>
        </a:p>
      </dsp:txBody>
      <dsp:txXfrm>
        <a:off x="3792866" y="4675785"/>
        <a:ext cx="2086732" cy="888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05B60-8B72-41F5-9A09-F279543BAE16}">
      <dsp:nvSpPr>
        <dsp:cNvPr id="0" name=""/>
        <dsp:cNvSpPr/>
      </dsp:nvSpPr>
      <dsp:spPr>
        <a:xfrm>
          <a:off x="0" y="3"/>
          <a:ext cx="6865620" cy="697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86152-8AFE-48C6-AC06-228793A483BE}">
      <dsp:nvSpPr>
        <dsp:cNvPr id="0" name=""/>
        <dsp:cNvSpPr/>
      </dsp:nvSpPr>
      <dsp:spPr>
        <a:xfrm>
          <a:off x="211135" y="160319"/>
          <a:ext cx="383882" cy="383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28405-BBEC-4108-B4DE-E31F1B301F11}">
      <dsp:nvSpPr>
        <dsp:cNvPr id="0" name=""/>
        <dsp:cNvSpPr/>
      </dsp:nvSpPr>
      <dsp:spPr>
        <a:xfrm>
          <a:off x="806153" y="3276"/>
          <a:ext cx="6059466" cy="6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68" tIns="73868" rIns="73868" bIns="73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Traditional medical consultation faces issues of accessibility and scalability</a:t>
          </a:r>
        </a:p>
      </dsp:txBody>
      <dsp:txXfrm>
        <a:off x="806153" y="3276"/>
        <a:ext cx="6059466" cy="697968"/>
      </dsp:txXfrm>
    </dsp:sp>
    <dsp:sp modelId="{7A8BE8B9-1CAA-4950-968B-BEF2563D5BFA}">
      <dsp:nvSpPr>
        <dsp:cNvPr id="0" name=""/>
        <dsp:cNvSpPr/>
      </dsp:nvSpPr>
      <dsp:spPr>
        <a:xfrm>
          <a:off x="0" y="875737"/>
          <a:ext cx="6865620" cy="697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F9E23-C4BB-4973-92A2-2A3E8BE6B4F1}">
      <dsp:nvSpPr>
        <dsp:cNvPr id="0" name=""/>
        <dsp:cNvSpPr/>
      </dsp:nvSpPr>
      <dsp:spPr>
        <a:xfrm>
          <a:off x="211135" y="1032780"/>
          <a:ext cx="383882" cy="383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9CE52-A3AE-4862-ADE7-C814030711E0}">
      <dsp:nvSpPr>
        <dsp:cNvPr id="0" name=""/>
        <dsp:cNvSpPr/>
      </dsp:nvSpPr>
      <dsp:spPr>
        <a:xfrm>
          <a:off x="806153" y="875737"/>
          <a:ext cx="6059466" cy="6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68" tIns="73868" rIns="73868" bIns="73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 patient-to-doctor ratios lead to delayed diagnoses, as seen in private health services that require booking appointments</a:t>
          </a:r>
        </a:p>
      </dsp:txBody>
      <dsp:txXfrm>
        <a:off x="806153" y="875737"/>
        <a:ext cx="6059466" cy="697968"/>
      </dsp:txXfrm>
    </dsp:sp>
    <dsp:sp modelId="{EFCC93A6-37A7-460C-BA7A-00F3A24ADF34}">
      <dsp:nvSpPr>
        <dsp:cNvPr id="0" name=""/>
        <dsp:cNvSpPr/>
      </dsp:nvSpPr>
      <dsp:spPr>
        <a:xfrm>
          <a:off x="0" y="1748198"/>
          <a:ext cx="6865620" cy="697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B4160-33AE-404D-90B8-2A39C0438C41}">
      <dsp:nvSpPr>
        <dsp:cNvPr id="0" name=""/>
        <dsp:cNvSpPr/>
      </dsp:nvSpPr>
      <dsp:spPr>
        <a:xfrm>
          <a:off x="211135" y="1905241"/>
          <a:ext cx="383882" cy="383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2FD49-DD5A-4D8B-B29C-A7946125165E}">
      <dsp:nvSpPr>
        <dsp:cNvPr id="0" name=""/>
        <dsp:cNvSpPr/>
      </dsp:nvSpPr>
      <dsp:spPr>
        <a:xfrm>
          <a:off x="806153" y="1748198"/>
          <a:ext cx="6059466" cy="6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68" tIns="73868" rIns="73868" bIns="73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Patients often lack immediate access to reliable medical advice in case of a sudden emergency</a:t>
          </a:r>
        </a:p>
      </dsp:txBody>
      <dsp:txXfrm>
        <a:off x="806153" y="1748198"/>
        <a:ext cx="6059466" cy="697968"/>
      </dsp:txXfrm>
    </dsp:sp>
    <dsp:sp modelId="{4E2952A3-331F-446A-93C7-97725CA81403}">
      <dsp:nvSpPr>
        <dsp:cNvPr id="0" name=""/>
        <dsp:cNvSpPr/>
      </dsp:nvSpPr>
      <dsp:spPr>
        <a:xfrm>
          <a:off x="0" y="2620658"/>
          <a:ext cx="6865620" cy="697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65953-3D5E-45E1-B88C-081D25493094}">
      <dsp:nvSpPr>
        <dsp:cNvPr id="0" name=""/>
        <dsp:cNvSpPr/>
      </dsp:nvSpPr>
      <dsp:spPr>
        <a:xfrm>
          <a:off x="211135" y="2777701"/>
          <a:ext cx="383882" cy="383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FCB52-9AE5-44C0-A249-DB0B2DA6854B}">
      <dsp:nvSpPr>
        <dsp:cNvPr id="0" name=""/>
        <dsp:cNvSpPr/>
      </dsp:nvSpPr>
      <dsp:spPr>
        <a:xfrm>
          <a:off x="806153" y="2620658"/>
          <a:ext cx="6059466" cy="6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68" tIns="73868" rIns="73868" bIns="73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AI is only trained for automating basic medication and symptom analysis</a:t>
          </a:r>
        </a:p>
      </dsp:txBody>
      <dsp:txXfrm>
        <a:off x="806153" y="2620658"/>
        <a:ext cx="6059466" cy="697968"/>
      </dsp:txXfrm>
    </dsp:sp>
    <dsp:sp modelId="{99192510-0127-43D3-901A-7C760E34341B}">
      <dsp:nvSpPr>
        <dsp:cNvPr id="0" name=""/>
        <dsp:cNvSpPr/>
      </dsp:nvSpPr>
      <dsp:spPr>
        <a:xfrm>
          <a:off x="0" y="3493119"/>
          <a:ext cx="6865620" cy="6979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F24FF6-5FB0-4851-BC78-FBF0828EA8AF}">
      <dsp:nvSpPr>
        <dsp:cNvPr id="0" name=""/>
        <dsp:cNvSpPr/>
      </dsp:nvSpPr>
      <dsp:spPr>
        <a:xfrm>
          <a:off x="211135" y="3650162"/>
          <a:ext cx="383882" cy="3838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5987F-B2B0-4025-B20D-5CB7EDADCD17}">
      <dsp:nvSpPr>
        <dsp:cNvPr id="0" name=""/>
        <dsp:cNvSpPr/>
      </dsp:nvSpPr>
      <dsp:spPr>
        <a:xfrm>
          <a:off x="806153" y="3493119"/>
          <a:ext cx="6059466" cy="6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868" tIns="73868" rIns="73868" bIns="738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Motivated to develop a system that bridges patients and medical experts efficiently</a:t>
          </a:r>
        </a:p>
      </dsp:txBody>
      <dsp:txXfrm>
        <a:off x="806153" y="3493119"/>
        <a:ext cx="6059466" cy="6979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1D43B-9BA9-4393-87C0-FBFDD7D9E066}">
      <dsp:nvSpPr>
        <dsp:cNvPr id="0" name=""/>
        <dsp:cNvSpPr/>
      </dsp:nvSpPr>
      <dsp:spPr>
        <a:xfrm>
          <a:off x="0" y="3321"/>
          <a:ext cx="7117080" cy="7075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9DD84-550B-4D34-92A5-127A8DAFB1EF}">
      <dsp:nvSpPr>
        <dsp:cNvPr id="0" name=""/>
        <dsp:cNvSpPr/>
      </dsp:nvSpPr>
      <dsp:spPr>
        <a:xfrm>
          <a:off x="214034" y="162521"/>
          <a:ext cx="389153" cy="3891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CE511-E128-4246-B67C-A015AD75E874}">
      <dsp:nvSpPr>
        <dsp:cNvPr id="0" name=""/>
        <dsp:cNvSpPr/>
      </dsp:nvSpPr>
      <dsp:spPr>
        <a:xfrm>
          <a:off x="817223" y="3321"/>
          <a:ext cx="6299856" cy="70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3" tIns="74883" rIns="74883" bIns="7488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 a conversational AI to provide medical guidance</a:t>
          </a:r>
        </a:p>
      </dsp:txBody>
      <dsp:txXfrm>
        <a:off x="817223" y="3321"/>
        <a:ext cx="6299856" cy="707552"/>
      </dsp:txXfrm>
    </dsp:sp>
    <dsp:sp modelId="{71AB67FB-305B-4836-B183-54F98EBBC143}">
      <dsp:nvSpPr>
        <dsp:cNvPr id="0" name=""/>
        <dsp:cNvSpPr/>
      </dsp:nvSpPr>
      <dsp:spPr>
        <a:xfrm>
          <a:off x="0" y="887762"/>
          <a:ext cx="7117080" cy="7075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0D144-FCFE-4EDE-B447-4C5A9B710182}">
      <dsp:nvSpPr>
        <dsp:cNvPr id="0" name=""/>
        <dsp:cNvSpPr/>
      </dsp:nvSpPr>
      <dsp:spPr>
        <a:xfrm>
          <a:off x="214034" y="1046962"/>
          <a:ext cx="389153" cy="3891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597E0-BD94-4588-866F-1235FDB78127}">
      <dsp:nvSpPr>
        <dsp:cNvPr id="0" name=""/>
        <dsp:cNvSpPr/>
      </dsp:nvSpPr>
      <dsp:spPr>
        <a:xfrm>
          <a:off x="817223" y="887762"/>
          <a:ext cx="6299856" cy="70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3" tIns="74883" rIns="74883" bIns="7488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Enable patients to input symptoms and receive real-time insights</a:t>
          </a:r>
        </a:p>
      </dsp:txBody>
      <dsp:txXfrm>
        <a:off x="817223" y="887762"/>
        <a:ext cx="6299856" cy="707552"/>
      </dsp:txXfrm>
    </dsp:sp>
    <dsp:sp modelId="{BC88E895-ECEC-44F6-AAF1-98934B90D318}">
      <dsp:nvSpPr>
        <dsp:cNvPr id="0" name=""/>
        <dsp:cNvSpPr/>
      </dsp:nvSpPr>
      <dsp:spPr>
        <a:xfrm>
          <a:off x="0" y="1772203"/>
          <a:ext cx="7117080" cy="7075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FE655-4AA7-4456-BA3E-293C54F21027}">
      <dsp:nvSpPr>
        <dsp:cNvPr id="0" name=""/>
        <dsp:cNvSpPr/>
      </dsp:nvSpPr>
      <dsp:spPr>
        <a:xfrm>
          <a:off x="214034" y="1931403"/>
          <a:ext cx="389153" cy="3891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C8E19-BED6-40CF-AF52-436C7C6A8106}">
      <dsp:nvSpPr>
        <dsp:cNvPr id="0" name=""/>
        <dsp:cNvSpPr/>
      </dsp:nvSpPr>
      <dsp:spPr>
        <a:xfrm>
          <a:off x="817223" y="1772203"/>
          <a:ext cx="6299856" cy="70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3" tIns="74883" rIns="74883" bIns="7488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 secure access to health records and prescriptions</a:t>
          </a:r>
        </a:p>
      </dsp:txBody>
      <dsp:txXfrm>
        <a:off x="817223" y="1772203"/>
        <a:ext cx="6299856" cy="707552"/>
      </dsp:txXfrm>
    </dsp:sp>
    <dsp:sp modelId="{BC7DF1F2-C901-447A-A03A-84D1B32B4760}">
      <dsp:nvSpPr>
        <dsp:cNvPr id="0" name=""/>
        <dsp:cNvSpPr/>
      </dsp:nvSpPr>
      <dsp:spPr>
        <a:xfrm>
          <a:off x="0" y="2656644"/>
          <a:ext cx="7117080" cy="7075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67AE8F-CD96-48FE-AF99-8E42E37F6C1D}">
      <dsp:nvSpPr>
        <dsp:cNvPr id="0" name=""/>
        <dsp:cNvSpPr/>
      </dsp:nvSpPr>
      <dsp:spPr>
        <a:xfrm>
          <a:off x="214034" y="2815843"/>
          <a:ext cx="389153" cy="3891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95B58-07F3-4C63-AD12-21A6E9FDC030}">
      <dsp:nvSpPr>
        <dsp:cNvPr id="0" name=""/>
        <dsp:cNvSpPr/>
      </dsp:nvSpPr>
      <dsp:spPr>
        <a:xfrm>
          <a:off x="817223" y="2656644"/>
          <a:ext cx="6299856" cy="70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3" tIns="74883" rIns="74883" bIns="7488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both patients and medical professionals through digital tools</a:t>
          </a:r>
        </a:p>
      </dsp:txBody>
      <dsp:txXfrm>
        <a:off x="817223" y="2656644"/>
        <a:ext cx="6299856" cy="707552"/>
      </dsp:txXfrm>
    </dsp:sp>
    <dsp:sp modelId="{03DF109B-DF61-499D-A7AE-CA1D847C1D24}">
      <dsp:nvSpPr>
        <dsp:cNvPr id="0" name=""/>
        <dsp:cNvSpPr/>
      </dsp:nvSpPr>
      <dsp:spPr>
        <a:xfrm>
          <a:off x="0" y="3541085"/>
          <a:ext cx="7117080" cy="7075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E2D4C-034D-4C79-AF9B-48118F416F3F}">
      <dsp:nvSpPr>
        <dsp:cNvPr id="0" name=""/>
        <dsp:cNvSpPr/>
      </dsp:nvSpPr>
      <dsp:spPr>
        <a:xfrm>
          <a:off x="214034" y="3700284"/>
          <a:ext cx="389153" cy="3891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5DF30-AC8B-4690-ACFC-38F9E931E5CE}">
      <dsp:nvSpPr>
        <dsp:cNvPr id="0" name=""/>
        <dsp:cNvSpPr/>
      </dsp:nvSpPr>
      <dsp:spPr>
        <a:xfrm>
          <a:off x="817223" y="3541085"/>
          <a:ext cx="6299856" cy="707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883" tIns="74883" rIns="74883" bIns="7488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 ethical AI use and compliance with healthcare standards</a:t>
          </a:r>
        </a:p>
      </dsp:txBody>
      <dsp:txXfrm>
        <a:off x="817223" y="3541085"/>
        <a:ext cx="6299856" cy="7075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8745DD-B5F1-4D3E-9B31-4CC2734B34C3}">
      <dsp:nvSpPr>
        <dsp:cNvPr id="0" name=""/>
        <dsp:cNvSpPr/>
      </dsp:nvSpPr>
      <dsp:spPr>
        <a:xfrm>
          <a:off x="0" y="527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5FD19-01AA-466F-839C-F853FE7EAABE}">
      <dsp:nvSpPr>
        <dsp:cNvPr id="0" name=""/>
        <dsp:cNvSpPr/>
      </dsp:nvSpPr>
      <dsp:spPr>
        <a:xfrm>
          <a:off x="0" y="527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Frontend:</a:t>
          </a:r>
          <a:r>
            <a:rPr lang="en-IN" sz="1100" kern="1200" dirty="0"/>
            <a:t> React, TypeScript, Tailwind CSS, HTML5, CSS3, Vite</a:t>
          </a:r>
          <a:endParaRPr lang="en-US" sz="1100" kern="1200" dirty="0"/>
        </a:p>
      </dsp:txBody>
      <dsp:txXfrm>
        <a:off x="0" y="527"/>
        <a:ext cx="8238744" cy="479660"/>
      </dsp:txXfrm>
    </dsp:sp>
    <dsp:sp modelId="{0461CBFB-5399-40FD-9411-1EE9C4A61002}">
      <dsp:nvSpPr>
        <dsp:cNvPr id="0" name=""/>
        <dsp:cNvSpPr/>
      </dsp:nvSpPr>
      <dsp:spPr>
        <a:xfrm>
          <a:off x="0" y="480187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97E95-095C-4824-95C1-507873EF0425}">
      <dsp:nvSpPr>
        <dsp:cNvPr id="0" name=""/>
        <dsp:cNvSpPr/>
      </dsp:nvSpPr>
      <dsp:spPr>
        <a:xfrm>
          <a:off x="0" y="480187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Backend:</a:t>
          </a:r>
          <a:r>
            <a:rPr lang="en-IN" sz="1100" kern="1200" dirty="0"/>
            <a:t> Node.js, Express.js, TypeScript, Axios, REST APIs </a:t>
          </a:r>
          <a:endParaRPr lang="en-US" sz="1100" kern="1200" dirty="0"/>
        </a:p>
      </dsp:txBody>
      <dsp:txXfrm>
        <a:off x="0" y="480187"/>
        <a:ext cx="8238744" cy="479660"/>
      </dsp:txXfrm>
    </dsp:sp>
    <dsp:sp modelId="{BDAAE451-A530-43A5-9922-9D627EBC28FB}">
      <dsp:nvSpPr>
        <dsp:cNvPr id="0" name=""/>
        <dsp:cNvSpPr/>
      </dsp:nvSpPr>
      <dsp:spPr>
        <a:xfrm>
          <a:off x="0" y="959848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7EF15-95A9-4E38-8A26-CDFDAD3ACAD1}">
      <dsp:nvSpPr>
        <dsp:cNvPr id="0" name=""/>
        <dsp:cNvSpPr/>
      </dsp:nvSpPr>
      <dsp:spPr>
        <a:xfrm>
          <a:off x="0" y="959848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Database:</a:t>
          </a:r>
          <a:r>
            <a:rPr lang="en-IN" sz="1100" kern="1200"/>
            <a:t> PostgreSQL, SQL Queries</a:t>
          </a:r>
          <a:endParaRPr lang="en-US" sz="1100" kern="1200"/>
        </a:p>
      </dsp:txBody>
      <dsp:txXfrm>
        <a:off x="0" y="959848"/>
        <a:ext cx="8238744" cy="479660"/>
      </dsp:txXfrm>
    </dsp:sp>
    <dsp:sp modelId="{CC01F2C3-8722-4F77-837D-3338C2206EF7}">
      <dsp:nvSpPr>
        <dsp:cNvPr id="0" name=""/>
        <dsp:cNvSpPr/>
      </dsp:nvSpPr>
      <dsp:spPr>
        <a:xfrm>
          <a:off x="0" y="1439508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1E10E-3EE9-4E1F-9897-F5623810BE52}">
      <dsp:nvSpPr>
        <dsp:cNvPr id="0" name=""/>
        <dsp:cNvSpPr/>
      </dsp:nvSpPr>
      <dsp:spPr>
        <a:xfrm>
          <a:off x="0" y="1439508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AI Integration:</a:t>
          </a:r>
          <a:r>
            <a:rPr lang="en-IN" sz="1100" kern="1200" dirty="0"/>
            <a:t> OpenAI GPT Models, NLP Engine, Contextual Chat Processing </a:t>
          </a:r>
          <a:endParaRPr lang="en-US" sz="1100" kern="1200" dirty="0"/>
        </a:p>
      </dsp:txBody>
      <dsp:txXfrm>
        <a:off x="0" y="1439508"/>
        <a:ext cx="8238744" cy="479660"/>
      </dsp:txXfrm>
    </dsp:sp>
    <dsp:sp modelId="{BB61D9FD-A2C0-4C85-8899-9F5338D09C8E}">
      <dsp:nvSpPr>
        <dsp:cNvPr id="0" name=""/>
        <dsp:cNvSpPr/>
      </dsp:nvSpPr>
      <dsp:spPr>
        <a:xfrm>
          <a:off x="0" y="1919169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1C62D-CFB4-49ED-82DA-05942746B896}">
      <dsp:nvSpPr>
        <dsp:cNvPr id="0" name=""/>
        <dsp:cNvSpPr/>
      </dsp:nvSpPr>
      <dsp:spPr>
        <a:xfrm>
          <a:off x="0" y="1919169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Authentication:</a:t>
          </a:r>
          <a:r>
            <a:rPr lang="en-IN" sz="1100" kern="1200"/>
            <a:t> PostgreSQL (Supabase) Auth, JWT Tokens, Session Management </a:t>
          </a:r>
          <a:endParaRPr lang="en-US" sz="1100" kern="1200"/>
        </a:p>
      </dsp:txBody>
      <dsp:txXfrm>
        <a:off x="0" y="1919169"/>
        <a:ext cx="8238744" cy="479660"/>
      </dsp:txXfrm>
    </dsp:sp>
    <dsp:sp modelId="{6BCFDB4E-8BFA-41AB-99C6-DEA42778EFEC}">
      <dsp:nvSpPr>
        <dsp:cNvPr id="0" name=""/>
        <dsp:cNvSpPr/>
      </dsp:nvSpPr>
      <dsp:spPr>
        <a:xfrm>
          <a:off x="0" y="2398829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12D25-7B5B-4D69-BF21-1DB38225BE8A}">
      <dsp:nvSpPr>
        <dsp:cNvPr id="0" name=""/>
        <dsp:cNvSpPr/>
      </dsp:nvSpPr>
      <dsp:spPr>
        <a:xfrm>
          <a:off x="0" y="2398829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Data Analytics:</a:t>
          </a:r>
          <a:r>
            <a:rPr lang="en-IN" sz="1100" kern="1200"/>
            <a:t> Custom SQL Queries, PostgreSQL (Supabase) Analytics</a:t>
          </a:r>
          <a:endParaRPr lang="en-US" sz="1100" kern="1200"/>
        </a:p>
      </dsp:txBody>
      <dsp:txXfrm>
        <a:off x="0" y="2398829"/>
        <a:ext cx="8238744" cy="479660"/>
      </dsp:txXfrm>
    </dsp:sp>
    <dsp:sp modelId="{A11005D0-DCD2-4E00-B4ED-C79C470AF941}">
      <dsp:nvSpPr>
        <dsp:cNvPr id="0" name=""/>
        <dsp:cNvSpPr/>
      </dsp:nvSpPr>
      <dsp:spPr>
        <a:xfrm>
          <a:off x="0" y="2878490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C2112-B968-4CFD-BDB9-76AF2F2B32B0}">
      <dsp:nvSpPr>
        <dsp:cNvPr id="0" name=""/>
        <dsp:cNvSpPr/>
      </dsp:nvSpPr>
      <dsp:spPr>
        <a:xfrm>
          <a:off x="0" y="2878490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/>
            <a:t>Deployment / DevOps:</a:t>
          </a:r>
          <a:r>
            <a:rPr lang="en-IN" sz="1100" kern="1200"/>
            <a:t> Vercel, Netlify, GitHub, CI/CD</a:t>
          </a:r>
          <a:endParaRPr lang="en-US" sz="1100" kern="1200"/>
        </a:p>
      </dsp:txBody>
      <dsp:txXfrm>
        <a:off x="0" y="2878490"/>
        <a:ext cx="8238744" cy="479660"/>
      </dsp:txXfrm>
    </dsp:sp>
    <dsp:sp modelId="{596EBE82-CAA6-4B93-9A7A-C5AFFF3525A1}">
      <dsp:nvSpPr>
        <dsp:cNvPr id="0" name=""/>
        <dsp:cNvSpPr/>
      </dsp:nvSpPr>
      <dsp:spPr>
        <a:xfrm>
          <a:off x="0" y="3358150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8A711-7365-4E28-8030-39B1B2C84F8C}">
      <dsp:nvSpPr>
        <dsp:cNvPr id="0" name=""/>
        <dsp:cNvSpPr/>
      </dsp:nvSpPr>
      <dsp:spPr>
        <a:xfrm>
          <a:off x="0" y="3358150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Security:</a:t>
          </a:r>
          <a:r>
            <a:rPr lang="en-IN" sz="1100" kern="1200" dirty="0"/>
            <a:t> </a:t>
          </a:r>
          <a:r>
            <a:rPr lang="en-US" sz="1100" kern="1200" dirty="0"/>
            <a:t>Data Encryption, HIPAA Compliance, Access Control, Secure API Endpoints, Regular Security Audits, Anonymization of Patient Data</a:t>
          </a:r>
        </a:p>
      </dsp:txBody>
      <dsp:txXfrm>
        <a:off x="0" y="3358150"/>
        <a:ext cx="8238744" cy="479660"/>
      </dsp:txXfrm>
    </dsp:sp>
    <dsp:sp modelId="{D43D9870-75BA-43C6-B528-26D4EB043914}">
      <dsp:nvSpPr>
        <dsp:cNvPr id="0" name=""/>
        <dsp:cNvSpPr/>
      </dsp:nvSpPr>
      <dsp:spPr>
        <a:xfrm>
          <a:off x="0" y="3837811"/>
          <a:ext cx="8238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55B70-8CC6-47CC-8BC2-D8B177915A40}">
      <dsp:nvSpPr>
        <dsp:cNvPr id="0" name=""/>
        <dsp:cNvSpPr/>
      </dsp:nvSpPr>
      <dsp:spPr>
        <a:xfrm>
          <a:off x="0" y="3837811"/>
          <a:ext cx="8238744" cy="47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Testing &amp; Debugging:</a:t>
          </a:r>
          <a:r>
            <a:rPr lang="en-IN" sz="1100" kern="1200" dirty="0"/>
            <a:t> Unit Testing for NLP Models, Integration Testing for API Endpoints, Debugging Tools for Chatbot Conversations, Performance Testing for Scalability, User Acceptance Testing (UAT) for Clinical Validation</a:t>
          </a:r>
          <a:endParaRPr lang="en-US" sz="1100" kern="1200" dirty="0"/>
        </a:p>
      </dsp:txBody>
      <dsp:txXfrm>
        <a:off x="0" y="3837811"/>
        <a:ext cx="8238744" cy="4796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73810-0EE6-4397-B64D-7DA94C151DAD}">
      <dsp:nvSpPr>
        <dsp:cNvPr id="0" name=""/>
        <dsp:cNvSpPr/>
      </dsp:nvSpPr>
      <dsp:spPr>
        <a:xfrm>
          <a:off x="0" y="3"/>
          <a:ext cx="4720506" cy="6890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7EAEE-F919-4331-8F81-800B79DAFB3F}">
      <dsp:nvSpPr>
        <dsp:cNvPr id="0" name=""/>
        <dsp:cNvSpPr/>
      </dsp:nvSpPr>
      <dsp:spPr>
        <a:xfrm>
          <a:off x="208434" y="158268"/>
          <a:ext cx="378971" cy="3789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E6127-550C-48D9-8857-B6EF90688DC2}">
      <dsp:nvSpPr>
        <dsp:cNvPr id="0" name=""/>
        <dsp:cNvSpPr/>
      </dsp:nvSpPr>
      <dsp:spPr>
        <a:xfrm>
          <a:off x="795840" y="3234"/>
          <a:ext cx="3924665" cy="689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3" tIns="72923" rIns="72923" bIns="729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Three-tier architecture: </a:t>
          </a:r>
          <a:r>
            <a:rPr lang="en-US" sz="1600" kern="1200" dirty="0"/>
            <a:t>UI, Application Logic, and Database</a:t>
          </a:r>
        </a:p>
      </dsp:txBody>
      <dsp:txXfrm>
        <a:off x="795840" y="3234"/>
        <a:ext cx="3924665" cy="689039"/>
      </dsp:txXfrm>
    </dsp:sp>
    <dsp:sp modelId="{67152F46-06FF-4FB4-BBBD-AC9BA80946C8}">
      <dsp:nvSpPr>
        <dsp:cNvPr id="0" name=""/>
        <dsp:cNvSpPr/>
      </dsp:nvSpPr>
      <dsp:spPr>
        <a:xfrm>
          <a:off x="0" y="864534"/>
          <a:ext cx="4720506" cy="6890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CB524-6CA2-4E94-A0A7-8A64580798AD}">
      <dsp:nvSpPr>
        <dsp:cNvPr id="0" name=""/>
        <dsp:cNvSpPr/>
      </dsp:nvSpPr>
      <dsp:spPr>
        <a:xfrm>
          <a:off x="208434" y="1019568"/>
          <a:ext cx="378971" cy="3789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408E1-A8C7-4DEF-84A8-A7225475C92A}">
      <dsp:nvSpPr>
        <dsp:cNvPr id="0" name=""/>
        <dsp:cNvSpPr/>
      </dsp:nvSpPr>
      <dsp:spPr>
        <a:xfrm>
          <a:off x="795840" y="864534"/>
          <a:ext cx="3924665" cy="689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3" tIns="72923" rIns="72923" bIns="729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Chat interface connected to NLP-based medical engine</a:t>
          </a:r>
        </a:p>
      </dsp:txBody>
      <dsp:txXfrm>
        <a:off x="795840" y="864534"/>
        <a:ext cx="3924665" cy="689039"/>
      </dsp:txXfrm>
    </dsp:sp>
    <dsp:sp modelId="{4DE2BA0E-A719-49F3-B6B8-8301E21E51D3}">
      <dsp:nvSpPr>
        <dsp:cNvPr id="0" name=""/>
        <dsp:cNvSpPr/>
      </dsp:nvSpPr>
      <dsp:spPr>
        <a:xfrm>
          <a:off x="0" y="1725834"/>
          <a:ext cx="4720506" cy="6890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8E3890-9D4A-4340-AEC7-FDC37CB67211}">
      <dsp:nvSpPr>
        <dsp:cNvPr id="0" name=""/>
        <dsp:cNvSpPr/>
      </dsp:nvSpPr>
      <dsp:spPr>
        <a:xfrm>
          <a:off x="208434" y="1880868"/>
          <a:ext cx="378971" cy="3789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5F043-F220-474B-91FB-7BDB7AAB9D2D}">
      <dsp:nvSpPr>
        <dsp:cNvPr id="0" name=""/>
        <dsp:cNvSpPr/>
      </dsp:nvSpPr>
      <dsp:spPr>
        <a:xfrm>
          <a:off x="795840" y="1725834"/>
          <a:ext cx="3924665" cy="689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3" tIns="72923" rIns="72923" bIns="729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Secure API endpoints for patient data exchange</a:t>
          </a:r>
        </a:p>
      </dsp:txBody>
      <dsp:txXfrm>
        <a:off x="795840" y="1725834"/>
        <a:ext cx="3924665" cy="689039"/>
      </dsp:txXfrm>
    </dsp:sp>
    <dsp:sp modelId="{3CE6CBB0-C579-4208-ACC2-6E10DEC8FB98}">
      <dsp:nvSpPr>
        <dsp:cNvPr id="0" name=""/>
        <dsp:cNvSpPr/>
      </dsp:nvSpPr>
      <dsp:spPr>
        <a:xfrm>
          <a:off x="0" y="2587133"/>
          <a:ext cx="4720506" cy="6890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20A58-7403-4639-9323-106C02D8A5C2}">
      <dsp:nvSpPr>
        <dsp:cNvPr id="0" name=""/>
        <dsp:cNvSpPr/>
      </dsp:nvSpPr>
      <dsp:spPr>
        <a:xfrm>
          <a:off x="208434" y="2742167"/>
          <a:ext cx="378971" cy="3789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65068-CC1C-46A1-995C-93450DA3F8FB}">
      <dsp:nvSpPr>
        <dsp:cNvPr id="0" name=""/>
        <dsp:cNvSpPr/>
      </dsp:nvSpPr>
      <dsp:spPr>
        <a:xfrm>
          <a:off x="795840" y="2587133"/>
          <a:ext cx="3924665" cy="689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3" tIns="72923" rIns="72923" bIns="729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Authentication through PostgreSQL (</a:t>
          </a:r>
          <a:r>
            <a:rPr lang="en-US" sz="1600" kern="1200" dirty="0" err="1"/>
            <a:t>Supabase</a:t>
          </a:r>
          <a:r>
            <a:rPr lang="en-US" sz="1600" kern="1200" dirty="0"/>
            <a:t>) Auth with encryption</a:t>
          </a:r>
        </a:p>
      </dsp:txBody>
      <dsp:txXfrm>
        <a:off x="795840" y="2587133"/>
        <a:ext cx="3924665" cy="689039"/>
      </dsp:txXfrm>
    </dsp:sp>
    <dsp:sp modelId="{2B499416-573C-4209-ACAC-17F44DFD65ED}">
      <dsp:nvSpPr>
        <dsp:cNvPr id="0" name=""/>
        <dsp:cNvSpPr/>
      </dsp:nvSpPr>
      <dsp:spPr>
        <a:xfrm>
          <a:off x="0" y="3448433"/>
          <a:ext cx="4720506" cy="6890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745AD-6FD5-4EBF-83B0-44B20731C90C}">
      <dsp:nvSpPr>
        <dsp:cNvPr id="0" name=""/>
        <dsp:cNvSpPr/>
      </dsp:nvSpPr>
      <dsp:spPr>
        <a:xfrm>
          <a:off x="208434" y="3603467"/>
          <a:ext cx="378971" cy="3789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93462-927C-4696-AF20-B6209CD12554}">
      <dsp:nvSpPr>
        <dsp:cNvPr id="0" name=""/>
        <dsp:cNvSpPr/>
      </dsp:nvSpPr>
      <dsp:spPr>
        <a:xfrm>
          <a:off x="795840" y="3448433"/>
          <a:ext cx="3924665" cy="689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23" tIns="72923" rIns="72923" bIns="7292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Scalable design for cloud deployment and integration with EHR systems</a:t>
          </a:r>
        </a:p>
      </dsp:txBody>
      <dsp:txXfrm>
        <a:off x="795840" y="3448433"/>
        <a:ext cx="3924665" cy="689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966D4-0C8E-4833-AC05-3B4FD05A40D3}">
      <dsp:nvSpPr>
        <dsp:cNvPr id="0" name=""/>
        <dsp:cNvSpPr/>
      </dsp:nvSpPr>
      <dsp:spPr>
        <a:xfrm>
          <a:off x="0" y="0"/>
          <a:ext cx="5425440" cy="925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User Module: </a:t>
          </a:r>
          <a:r>
            <a:rPr lang="en-IN" sz="1300" kern="1200" dirty="0"/>
            <a:t>Patient Registration, Chat Interface, Reports, Appointment Scheduling, Medication Reminders, Profile Management, Notification System</a:t>
          </a:r>
          <a:endParaRPr lang="en-US" sz="1300" kern="1200" dirty="0"/>
        </a:p>
      </dsp:txBody>
      <dsp:txXfrm>
        <a:off x="27100" y="27100"/>
        <a:ext cx="4348829" cy="871058"/>
      </dsp:txXfrm>
    </dsp:sp>
    <dsp:sp modelId="{77C4A518-3CE0-4EE9-97F7-312694B235E3}">
      <dsp:nvSpPr>
        <dsp:cNvPr id="0" name=""/>
        <dsp:cNvSpPr/>
      </dsp:nvSpPr>
      <dsp:spPr>
        <a:xfrm>
          <a:off x="454380" y="1093486"/>
          <a:ext cx="5425440" cy="925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6588574"/>
                <a:satOff val="30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6588574"/>
                <a:satOff val="30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Doctor Module: </a:t>
          </a:r>
          <a:r>
            <a:rPr lang="en-US" sz="1300" kern="1200" dirty="0"/>
            <a:t>Review Patient Chat Logs, Provide Feedback, Prescription Management, Patient Monitoring, Secure Messaging, Medical History Access, Consultation Scheduling</a:t>
          </a:r>
        </a:p>
      </dsp:txBody>
      <dsp:txXfrm>
        <a:off x="481480" y="1120586"/>
        <a:ext cx="4315441" cy="871058"/>
      </dsp:txXfrm>
    </dsp:sp>
    <dsp:sp modelId="{F2D2ACDE-949F-4BA0-9441-EB687C4B03D8}">
      <dsp:nvSpPr>
        <dsp:cNvPr id="0" name=""/>
        <dsp:cNvSpPr/>
      </dsp:nvSpPr>
      <dsp:spPr>
        <a:xfrm>
          <a:off x="901979" y="2186973"/>
          <a:ext cx="5425440" cy="925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177148"/>
                <a:satOff val="6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3177148"/>
                <a:satOff val="6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AI Module: </a:t>
          </a:r>
          <a:r>
            <a:rPr lang="en-US" sz="1300" kern="1200" dirty="0"/>
            <a:t>Natural Language Processing (NLP), Symptom Analysis, Chatbot, Predictive Analytics, Knowledge Graph, Sentiment Analysis, Intent Identification</a:t>
          </a:r>
        </a:p>
      </dsp:txBody>
      <dsp:txXfrm>
        <a:off x="929079" y="2214073"/>
        <a:ext cx="4322223" cy="871058"/>
      </dsp:txXfrm>
    </dsp:sp>
    <dsp:sp modelId="{AE541D9D-8483-4AF7-922E-BCCC3F2A286D}">
      <dsp:nvSpPr>
        <dsp:cNvPr id="0" name=""/>
        <dsp:cNvSpPr/>
      </dsp:nvSpPr>
      <dsp:spPr>
        <a:xfrm>
          <a:off x="1356359" y="3280460"/>
          <a:ext cx="5425440" cy="925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9765721"/>
                <a:satOff val="901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-19765721"/>
                <a:satOff val="901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Data Module: </a:t>
          </a:r>
          <a:r>
            <a:rPr lang="en-US" sz="1300" kern="1200" dirty="0"/>
            <a:t>Data Storage, Data Analytics, Query Handling, Data Security, Integration, Data Backup, Data Visualization</a:t>
          </a:r>
        </a:p>
      </dsp:txBody>
      <dsp:txXfrm>
        <a:off x="1383459" y="3307560"/>
        <a:ext cx="4315441" cy="871058"/>
      </dsp:txXfrm>
    </dsp:sp>
    <dsp:sp modelId="{8049A77C-5B24-45D8-A613-952005E5C196}">
      <dsp:nvSpPr>
        <dsp:cNvPr id="0" name=""/>
        <dsp:cNvSpPr/>
      </dsp:nvSpPr>
      <dsp:spPr>
        <a:xfrm>
          <a:off x="4824022" y="708663"/>
          <a:ext cx="601417" cy="6014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59341" y="708663"/>
        <a:ext cx="330779" cy="452566"/>
      </dsp:txXfrm>
    </dsp:sp>
    <dsp:sp modelId="{071B14F1-D07F-4140-8ECD-7ADBBE6C102F}">
      <dsp:nvSpPr>
        <dsp:cNvPr id="0" name=""/>
        <dsp:cNvSpPr/>
      </dsp:nvSpPr>
      <dsp:spPr>
        <a:xfrm>
          <a:off x="5278402" y="1802150"/>
          <a:ext cx="601417" cy="6014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302092"/>
            <a:satOff val="530"/>
            <a:lumOff val="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0302092"/>
              <a:satOff val="530"/>
              <a:lumOff val="2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413721" y="1802150"/>
        <a:ext cx="330779" cy="452566"/>
      </dsp:txXfrm>
    </dsp:sp>
    <dsp:sp modelId="{A9E9C0DB-69E3-4B3D-AAFF-47D95CDD3413}">
      <dsp:nvSpPr>
        <dsp:cNvPr id="0" name=""/>
        <dsp:cNvSpPr/>
      </dsp:nvSpPr>
      <dsp:spPr>
        <a:xfrm>
          <a:off x="5726001" y="2895637"/>
          <a:ext cx="601417" cy="60141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61320" y="2895637"/>
        <a:ext cx="330779" cy="4525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B9A06-2AAE-474B-A548-C7B357194A6A}">
      <dsp:nvSpPr>
        <dsp:cNvPr id="0" name=""/>
        <dsp:cNvSpPr/>
      </dsp:nvSpPr>
      <dsp:spPr>
        <a:xfrm>
          <a:off x="587921" y="1284745"/>
          <a:ext cx="1124546" cy="1124546"/>
        </a:xfrm>
        <a:prstGeom prst="ellipse">
          <a:avLst/>
        </a:prstGeom>
        <a:solidFill>
          <a:schemeClr val="bg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52950-6071-40A1-9A32-43AC1F4A2D15}">
      <dsp:nvSpPr>
        <dsp:cNvPr id="0" name=""/>
        <dsp:cNvSpPr/>
      </dsp:nvSpPr>
      <dsp:spPr>
        <a:xfrm>
          <a:off x="826550" y="1528031"/>
          <a:ext cx="652236" cy="652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bg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86F67-CC90-4E7F-B6CC-526EF0B1D300}">
      <dsp:nvSpPr>
        <dsp:cNvPr id="0" name=""/>
        <dsp:cNvSpPr/>
      </dsp:nvSpPr>
      <dsp:spPr>
        <a:xfrm>
          <a:off x="1825716" y="1351240"/>
          <a:ext cx="2650716" cy="112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medical data is stored with encryption and privacy compliance </a:t>
          </a:r>
        </a:p>
      </dsp:txBody>
      <dsp:txXfrm>
        <a:off x="1825716" y="1351240"/>
        <a:ext cx="2650716" cy="1124546"/>
      </dsp:txXfrm>
    </dsp:sp>
    <dsp:sp modelId="{AA65F4CD-513A-4E84-BA90-14D68F8240D4}">
      <dsp:nvSpPr>
        <dsp:cNvPr id="0" name=""/>
        <dsp:cNvSpPr/>
      </dsp:nvSpPr>
      <dsp:spPr>
        <a:xfrm>
          <a:off x="4907722" y="1284745"/>
          <a:ext cx="1124546" cy="1124546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61AD7-1310-4441-B0DA-97E39B72B943}">
      <dsp:nvSpPr>
        <dsp:cNvPr id="0" name=""/>
        <dsp:cNvSpPr/>
      </dsp:nvSpPr>
      <dsp:spPr>
        <a:xfrm>
          <a:off x="5143884" y="1503291"/>
          <a:ext cx="652236" cy="652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2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D1762-A919-4924-AFF9-510F5E0F8F57}">
      <dsp:nvSpPr>
        <dsp:cNvPr id="0" name=""/>
        <dsp:cNvSpPr/>
      </dsp:nvSpPr>
      <dsp:spPr>
        <a:xfrm>
          <a:off x="6109235" y="1356188"/>
          <a:ext cx="2650716" cy="112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JWT tokens used for authentication and session control</a:t>
          </a:r>
        </a:p>
      </dsp:txBody>
      <dsp:txXfrm>
        <a:off x="6109235" y="1356188"/>
        <a:ext cx="2650716" cy="1124546"/>
      </dsp:txXfrm>
    </dsp:sp>
    <dsp:sp modelId="{02ACBF44-D5C3-42A1-9336-22EB5ABCE71F}">
      <dsp:nvSpPr>
        <dsp:cNvPr id="0" name=""/>
        <dsp:cNvSpPr/>
      </dsp:nvSpPr>
      <dsp:spPr>
        <a:xfrm>
          <a:off x="591856" y="2630997"/>
          <a:ext cx="1124546" cy="1124546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B0B53-F73C-4E69-89B3-FAF30C3BFB28}">
      <dsp:nvSpPr>
        <dsp:cNvPr id="0" name=""/>
        <dsp:cNvSpPr/>
      </dsp:nvSpPr>
      <dsp:spPr>
        <a:xfrm>
          <a:off x="852581" y="2854806"/>
          <a:ext cx="652236" cy="652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1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9BFF58-123C-4FA6-9D3D-7932535AFBA4}">
      <dsp:nvSpPr>
        <dsp:cNvPr id="0" name=""/>
        <dsp:cNvSpPr/>
      </dsp:nvSpPr>
      <dsp:spPr>
        <a:xfrm>
          <a:off x="1802389" y="2659662"/>
          <a:ext cx="2650716" cy="112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validation on both frontend and backend layers</a:t>
          </a:r>
        </a:p>
      </dsp:txBody>
      <dsp:txXfrm>
        <a:off x="1802389" y="2659662"/>
        <a:ext cx="2650716" cy="1124546"/>
      </dsp:txXfrm>
    </dsp:sp>
    <dsp:sp modelId="{55DA87BF-D489-47A9-AFBF-8B4392EE508C}">
      <dsp:nvSpPr>
        <dsp:cNvPr id="0" name=""/>
        <dsp:cNvSpPr/>
      </dsp:nvSpPr>
      <dsp:spPr>
        <a:xfrm>
          <a:off x="4944832" y="2635979"/>
          <a:ext cx="1124546" cy="1124546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25491-A03E-49EC-9196-68B7A1DB4A87}">
      <dsp:nvSpPr>
        <dsp:cNvPr id="0" name=""/>
        <dsp:cNvSpPr/>
      </dsp:nvSpPr>
      <dsp:spPr>
        <a:xfrm>
          <a:off x="5173561" y="2901813"/>
          <a:ext cx="652236" cy="6522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tx2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53CC7-2524-4858-8641-B20F3B6BA00F}">
      <dsp:nvSpPr>
        <dsp:cNvPr id="0" name=""/>
        <dsp:cNvSpPr/>
      </dsp:nvSpPr>
      <dsp:spPr>
        <a:xfrm>
          <a:off x="6109235" y="2650823"/>
          <a:ext cx="2650716" cy="1124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Regular audits for data access and security logging.</a:t>
          </a:r>
        </a:p>
      </dsp:txBody>
      <dsp:txXfrm>
        <a:off x="6109235" y="2650823"/>
        <a:ext cx="2650716" cy="1124546"/>
      </dsp:txXfrm>
    </dsp:sp>
    <dsp:sp modelId="{3873F39D-1AAF-46A9-A4EC-EE63D143D607}">
      <dsp:nvSpPr>
        <dsp:cNvPr id="0" name=""/>
        <dsp:cNvSpPr/>
      </dsp:nvSpPr>
      <dsp:spPr>
        <a:xfrm>
          <a:off x="2685447" y="4212595"/>
          <a:ext cx="1124546" cy="1124546"/>
        </a:xfrm>
        <a:prstGeom prst="ellipse">
          <a:avLst/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F212F5-5C91-4122-BEEA-4880CC89E16B}">
      <dsp:nvSpPr>
        <dsp:cNvPr id="0" name=""/>
        <dsp:cNvSpPr/>
      </dsp:nvSpPr>
      <dsp:spPr>
        <a:xfrm>
          <a:off x="2891179" y="4481258"/>
          <a:ext cx="652236" cy="6522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accent4">
              <a:lumMod val="40000"/>
              <a:lumOff val="6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DA7BC-1BB7-462A-87C5-367D993A59E7}">
      <dsp:nvSpPr>
        <dsp:cNvPr id="0" name=""/>
        <dsp:cNvSpPr/>
      </dsp:nvSpPr>
      <dsp:spPr>
        <a:xfrm>
          <a:off x="3983253" y="4327416"/>
          <a:ext cx="2385405" cy="1013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Secure HTTPS communication between clients and servers</a:t>
          </a:r>
        </a:p>
      </dsp:txBody>
      <dsp:txXfrm>
        <a:off x="3983253" y="4327416"/>
        <a:ext cx="2385405" cy="10136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51B23-ADAC-4BD6-8540-BE7B2A464766}">
      <dsp:nvSpPr>
        <dsp:cNvPr id="0" name=""/>
        <dsp:cNvSpPr/>
      </dsp:nvSpPr>
      <dsp:spPr>
        <a:xfrm>
          <a:off x="793932" y="437375"/>
          <a:ext cx="746718" cy="7467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6EA6D-FA52-4FF4-9AF7-518D0D737B08}">
      <dsp:nvSpPr>
        <dsp:cNvPr id="0" name=""/>
        <dsp:cNvSpPr/>
      </dsp:nvSpPr>
      <dsp:spPr>
        <a:xfrm>
          <a:off x="337604" y="1464358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Provide quick, AI-driven medical assistance 24/7</a:t>
          </a:r>
        </a:p>
      </dsp:txBody>
      <dsp:txXfrm>
        <a:off x="337604" y="1464358"/>
        <a:ext cx="1659374" cy="663750"/>
      </dsp:txXfrm>
    </dsp:sp>
    <dsp:sp modelId="{017725CE-D2F1-4E1B-957A-E816FB7266B8}">
      <dsp:nvSpPr>
        <dsp:cNvPr id="0" name=""/>
        <dsp:cNvSpPr/>
      </dsp:nvSpPr>
      <dsp:spPr>
        <a:xfrm>
          <a:off x="2743697" y="437375"/>
          <a:ext cx="746718" cy="7467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FB5D4-2E31-4B41-BCF8-43D5AA491F27}">
      <dsp:nvSpPr>
        <dsp:cNvPr id="0" name=""/>
        <dsp:cNvSpPr/>
      </dsp:nvSpPr>
      <dsp:spPr>
        <a:xfrm>
          <a:off x="2287369" y="1464358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Reduce doctor workload, AI will be trained to predict and diagnose simple health issues.</a:t>
          </a:r>
        </a:p>
      </dsp:txBody>
      <dsp:txXfrm>
        <a:off x="2287369" y="1464358"/>
        <a:ext cx="1659374" cy="663750"/>
      </dsp:txXfrm>
    </dsp:sp>
    <dsp:sp modelId="{3A8C5688-B713-49A9-95EC-BA25627A8C30}">
      <dsp:nvSpPr>
        <dsp:cNvPr id="0" name=""/>
        <dsp:cNvSpPr/>
      </dsp:nvSpPr>
      <dsp:spPr>
        <a:xfrm>
          <a:off x="4693463" y="437375"/>
          <a:ext cx="746718" cy="7467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65F81-4302-4641-92FA-AC1603053FD5}">
      <dsp:nvSpPr>
        <dsp:cNvPr id="0" name=""/>
        <dsp:cNvSpPr/>
      </dsp:nvSpPr>
      <dsp:spPr>
        <a:xfrm>
          <a:off x="4237135" y="1464358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Enhance patient satisfaction and accessibility</a:t>
          </a:r>
        </a:p>
      </dsp:txBody>
      <dsp:txXfrm>
        <a:off x="4237135" y="1464358"/>
        <a:ext cx="1659374" cy="663750"/>
      </dsp:txXfrm>
    </dsp:sp>
    <dsp:sp modelId="{3381DA57-25F1-4B02-AD6E-AA3AF055AE4A}">
      <dsp:nvSpPr>
        <dsp:cNvPr id="0" name=""/>
        <dsp:cNvSpPr/>
      </dsp:nvSpPr>
      <dsp:spPr>
        <a:xfrm>
          <a:off x="6643229" y="437375"/>
          <a:ext cx="746718" cy="74671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322C5-17AB-4739-B83C-356E199F2721}">
      <dsp:nvSpPr>
        <dsp:cNvPr id="0" name=""/>
        <dsp:cNvSpPr/>
      </dsp:nvSpPr>
      <dsp:spPr>
        <a:xfrm>
          <a:off x="6186900" y="1464358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Integration with wearable health devices and predictive analytics</a:t>
          </a:r>
        </a:p>
      </dsp:txBody>
      <dsp:txXfrm>
        <a:off x="6186900" y="1464358"/>
        <a:ext cx="1659374" cy="663750"/>
      </dsp:txXfrm>
    </dsp:sp>
    <dsp:sp modelId="{E8116EE7-0CA1-4013-B80C-F1927A56AAAE}">
      <dsp:nvSpPr>
        <dsp:cNvPr id="0" name=""/>
        <dsp:cNvSpPr/>
      </dsp:nvSpPr>
      <dsp:spPr>
        <a:xfrm>
          <a:off x="3718580" y="2542951"/>
          <a:ext cx="746718" cy="74671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1FB16-087C-405C-B787-CBE116CF3202}">
      <dsp:nvSpPr>
        <dsp:cNvPr id="0" name=""/>
        <dsp:cNvSpPr/>
      </dsp:nvSpPr>
      <dsp:spPr>
        <a:xfrm>
          <a:off x="3262252" y="3569934"/>
          <a:ext cx="1659374" cy="66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Expand AI knowledge base with continuous learning models</a:t>
          </a:r>
        </a:p>
      </dsp:txBody>
      <dsp:txXfrm>
        <a:off x="3262252" y="3569934"/>
        <a:ext cx="1659374" cy="663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C7C56-F302-42AB-B42C-042C79E4F834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84F8C-879C-48F5-A1AA-995261FC49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86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84F8C-879C-48F5-A1AA-995261FC499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12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84F8C-879C-48F5-A1AA-995261FC499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70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02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1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1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7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1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9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0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7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85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3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53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7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59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6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1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700193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defTabSz="914400"/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</a:t>
            </a:r>
            <a:b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4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Medical Assistant </a:t>
            </a:r>
            <a:br>
              <a:rPr lang="en-US" sz="44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Web-based Healthcare Application</a:t>
            </a:r>
            <a:b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DSC 550: Master’s Project</a:t>
            </a:r>
            <a:b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b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Presented by: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Raghav Krishnamurthy (02912244)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Shruthi Ravi (02196018)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to: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Prof. Ashokkumar Patel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Associate Teaching Professor</a:t>
            </a:r>
            <a:b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/>
            </a:br>
            <a:endParaRPr lang="en-US" sz="2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8952"/>
            <a:ext cx="8229600" cy="1143000"/>
          </a:xfrm>
        </p:spPr>
        <p:txBody>
          <a:bodyPr/>
          <a:lstStyle/>
          <a:p>
            <a:pPr algn="ctr"/>
            <a:r>
              <a:rPr lang="en-IN" b="1" dirty="0"/>
              <a:t>INTRODUCTION</a:t>
            </a:r>
            <a:endParaRPr b="1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E552C2E-A499-098E-6A2F-9A3F95026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999469"/>
              </p:ext>
            </p:extLst>
          </p:nvPr>
        </p:nvGraphicFramePr>
        <p:xfrm>
          <a:off x="758952" y="893061"/>
          <a:ext cx="7754112" cy="5813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844994"/>
            <a:ext cx="8115300" cy="74644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PROBLEM STATEMENT</a:t>
            </a:r>
            <a:r>
              <a:rPr lang="en-IN" sz="3200" b="1" dirty="0"/>
              <a:t> &amp;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0BBAF8-8AD5-CA85-9D57-39843CD33B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377107"/>
              </p:ext>
            </p:extLst>
          </p:nvPr>
        </p:nvGraphicFramePr>
        <p:xfrm>
          <a:off x="1139190" y="2321401"/>
          <a:ext cx="6865620" cy="4194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31520"/>
            <a:ext cx="9144000" cy="1143000"/>
          </a:xfrm>
        </p:spPr>
        <p:txBody>
          <a:bodyPr/>
          <a:lstStyle/>
          <a:p>
            <a:pPr algn="ctr"/>
            <a:r>
              <a:rPr lang="en-IN" b="1" dirty="0"/>
              <a:t>OBJECTIVES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C71237C-17C9-D5B0-D8F8-4F13A7B7B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27893"/>
              </p:ext>
            </p:extLst>
          </p:nvPr>
        </p:nvGraphicFramePr>
        <p:xfrm>
          <a:off x="1074420" y="2316480"/>
          <a:ext cx="711708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" y="751481"/>
            <a:ext cx="9144000" cy="1143000"/>
          </a:xfrm>
        </p:spPr>
        <p:txBody>
          <a:bodyPr/>
          <a:lstStyle/>
          <a:p>
            <a:pPr algn="ctr"/>
            <a:r>
              <a:rPr lang="en-IN" b="1" dirty="0"/>
              <a:t>TECH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53090D-30C4-C828-DDF2-E4F55EF7C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889036"/>
              </p:ext>
            </p:extLst>
          </p:nvPr>
        </p:nvGraphicFramePr>
        <p:xfrm>
          <a:off x="566928" y="2235200"/>
          <a:ext cx="8238744" cy="431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33" y="715941"/>
            <a:ext cx="8229600" cy="1143000"/>
          </a:xfrm>
        </p:spPr>
        <p:txBody>
          <a:bodyPr/>
          <a:lstStyle/>
          <a:p>
            <a:pPr algn="ctr"/>
            <a:r>
              <a:rPr lang="en-IN" b="1" dirty="0"/>
              <a:t>SYSTEM ARCHITECTURE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E17DD684-5DD7-16CA-A80F-D38F52A0CA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3638626"/>
              </p:ext>
            </p:extLst>
          </p:nvPr>
        </p:nvGraphicFramePr>
        <p:xfrm>
          <a:off x="557445" y="2424684"/>
          <a:ext cx="4720506" cy="4140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79E2488-8CA1-97E0-811F-C601F46007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2424684"/>
            <a:ext cx="2898987" cy="414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6FD4-1BF3-B360-965C-1C4F60E02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43691"/>
            <a:ext cx="8229600" cy="1143000"/>
          </a:xfrm>
        </p:spPr>
        <p:txBody>
          <a:bodyPr/>
          <a:lstStyle/>
          <a:p>
            <a:pPr algn="ctr"/>
            <a:r>
              <a:rPr lang="en-US" b="1" dirty="0"/>
              <a:t>SIMPLIFIED ARCHITECTURAL DIAGRAM </a:t>
            </a:r>
            <a:endParaRPr lang="en-IN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075C48-8562-DBAA-87E0-D30ABFCF3F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" t="20303" r="-1297" b="13396"/>
          <a:stretch>
            <a:fillRect/>
          </a:stretch>
        </p:blipFill>
        <p:spPr bwMode="auto">
          <a:xfrm>
            <a:off x="962965" y="2450591"/>
            <a:ext cx="7555517" cy="409469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71585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764" y="824141"/>
            <a:ext cx="6570472" cy="838035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I</a:t>
            </a:r>
            <a:r>
              <a:rPr lang="en-IN" b="1" dirty="0"/>
              <a:t>MPLEMENTATION MODULES</a:t>
            </a:r>
            <a:endParaRPr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6B686B-648B-795D-E8CE-BAA2FF3F7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812238"/>
              </p:ext>
            </p:extLst>
          </p:nvPr>
        </p:nvGraphicFramePr>
        <p:xfrm>
          <a:off x="1437640" y="2327161"/>
          <a:ext cx="6781800" cy="4205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20" y="672084"/>
            <a:ext cx="8229600" cy="1143000"/>
          </a:xfrm>
        </p:spPr>
        <p:txBody>
          <a:bodyPr/>
          <a:lstStyle/>
          <a:p>
            <a:pPr algn="ctr"/>
            <a:r>
              <a:rPr b="1" dirty="0"/>
              <a:t>D</a:t>
            </a:r>
            <a:r>
              <a:rPr lang="en-IN" b="1" dirty="0"/>
              <a:t>ATA</a:t>
            </a:r>
            <a:r>
              <a:rPr b="1" dirty="0"/>
              <a:t> H</a:t>
            </a:r>
            <a:r>
              <a:rPr lang="en-IN" b="1" dirty="0"/>
              <a:t>ANDLING</a:t>
            </a:r>
            <a:r>
              <a:rPr b="1" dirty="0"/>
              <a:t> &amp; S</a:t>
            </a:r>
            <a:r>
              <a:rPr lang="en-IN" b="1" dirty="0"/>
              <a:t>ECURITY</a:t>
            </a:r>
            <a:endParaRPr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9C06ED-1248-4779-EE10-1728EBD1A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068930"/>
              </p:ext>
            </p:extLst>
          </p:nvPr>
        </p:nvGraphicFramePr>
        <p:xfrm>
          <a:off x="0" y="1243584"/>
          <a:ext cx="8759952" cy="5758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240" y="707284"/>
            <a:ext cx="7477760" cy="1304395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E</a:t>
            </a:r>
            <a:r>
              <a:rPr lang="en-IN" b="1" dirty="0"/>
              <a:t>XPECTED</a:t>
            </a:r>
            <a:r>
              <a:rPr b="1" dirty="0"/>
              <a:t> O</a:t>
            </a:r>
            <a:r>
              <a:rPr lang="en-IN" b="1" dirty="0"/>
              <a:t>UTCOMES</a:t>
            </a:r>
            <a:r>
              <a:rPr b="1" dirty="0"/>
              <a:t> &amp; F</a:t>
            </a:r>
            <a:r>
              <a:rPr lang="en-IN" b="1" dirty="0"/>
              <a:t>UTURE  ENHANCEMENTS</a:t>
            </a:r>
            <a:endParaRPr b="1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C47BEFB-D13E-D311-3526-715374DAF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352306"/>
              </p:ext>
            </p:extLst>
          </p:nvPr>
        </p:nvGraphicFramePr>
        <p:xfrm>
          <a:off x="480060" y="2186940"/>
          <a:ext cx="8183880" cy="4671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668" y="618279"/>
            <a:ext cx="7886700" cy="1325563"/>
          </a:xfrm>
        </p:spPr>
        <p:txBody>
          <a:bodyPr/>
          <a:lstStyle/>
          <a:p>
            <a:pPr algn="ctr"/>
            <a:r>
              <a:rPr b="1" dirty="0"/>
              <a:t>C</a:t>
            </a:r>
            <a:r>
              <a:rPr lang="en-IN" b="1" dirty="0"/>
              <a:t>ONCLUSION</a:t>
            </a:r>
            <a:r>
              <a:rPr b="1" dirty="0"/>
              <a:t> &amp; R</a:t>
            </a:r>
            <a:r>
              <a:rPr lang="en-IN" b="1" dirty="0"/>
              <a:t>EFERENCES</a:t>
            </a:r>
            <a:r>
              <a:rPr lang="en-US" b="1" dirty="0"/>
              <a:t> (APA)</a:t>
            </a:r>
            <a:r>
              <a:rPr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85060"/>
            <a:ext cx="8030718" cy="4116324"/>
          </a:xfrm>
        </p:spPr>
        <p:txBody>
          <a:bodyPr>
            <a:normAutofit fontScale="77500" lnSpcReduction="20000"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Batista, A. S. (2025). The Transforming Clinical Practice: The Role of AI-Powered Medical Assistants in Enhancing Healthcare Efficiency and Decision-Making. 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Next-Generation Research 5.0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Tenajas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Miraut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(2025). A New Kind of Assistant in our Inboxes: Can AI Join the Family Medicine Team?.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Bryndin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(2025). Intelligent Digital Clinic of Interacting Multimodal AI Assistants. 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 Medical &amp; Engineering Sciences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(4), 1237-1241.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Alessandro, L., Crema, S., Castiglione, J. I.,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Dossi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Eberbach, F., Kohler, A., ... &amp; Farez, M. F. (2025). Validation of an artificial intelligence-powered virtual assistant for emergency triage in neurology. </a:t>
            </a:r>
            <a:r>
              <a:rPr lang="en-IN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Neurologist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Bacha, A., &amp; Shah, H. H. (2025). AI-Powered Virtual Health Assistants: Transforming Patient Care and Engagement. 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Insights in Artificial Intelligence and Computing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15-30.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170</TotalTime>
  <Words>805</Words>
  <Application>Microsoft Office PowerPoint</Application>
  <PresentationFormat>On-screen Show (4:3)</PresentationFormat>
  <Paragraphs>65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Ion Boardroom</vt:lpstr>
      <vt:lpstr>     AI Medical Assistant  Smart Web-based Healthcare Application  DSC 550: Master’s Project         Presented by: Raghav Krishnamurthy (02912244)  Shruthi Ravi (02196018)    Presented to: Instructor: Prof. Ashokkumar Patel Associate Teaching Professor  </vt:lpstr>
      <vt:lpstr>INTRODUCTION</vt:lpstr>
      <vt:lpstr>PROBLEM STATEMENT &amp; MOTIVATION</vt:lpstr>
      <vt:lpstr>OBJECTIVES</vt:lpstr>
      <vt:lpstr>TECH STACK</vt:lpstr>
      <vt:lpstr>SYSTEM ARCHITECTURE</vt:lpstr>
      <vt:lpstr>SIMPLIFIED ARCHITECTURAL DIAGRAM </vt:lpstr>
      <vt:lpstr>IMPLEMENTATION MODULES</vt:lpstr>
      <vt:lpstr>DATA HANDLING &amp; SECURITY</vt:lpstr>
      <vt:lpstr>EXPECTED OUTCOMES &amp; FUTURE  ENHANCEMENTS</vt:lpstr>
      <vt:lpstr>CONCLUSION &amp; REFERENCES (APA)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Krishnamurthy</dc:creator>
  <cp:keywords/>
  <dc:description>generated using python-pptx</dc:description>
  <cp:lastModifiedBy>Raghav Krishnamurthy</cp:lastModifiedBy>
  <cp:revision>6</cp:revision>
  <dcterms:created xsi:type="dcterms:W3CDTF">2013-01-27T09:14:16Z</dcterms:created>
  <dcterms:modified xsi:type="dcterms:W3CDTF">2025-11-18T13:12:27Z</dcterms:modified>
  <cp:category/>
</cp:coreProperties>
</file>